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Deliveries in and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Distribution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Every delivery out to a customer and in from a supplier, for an invented distribution centre at Wacol, Brisbane.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Today (6 Oct): incomplete, as at 2pm, Tue 6 Oct 2026.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1-5 October: provisional (October locks 3 Nov).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and earlier: locked.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out, to customers · last 30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Deliveries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868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767523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950403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On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0403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93.0%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0403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77846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260726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0726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0726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388169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7571049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Overdue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049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049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9698492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9881372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In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1372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98.0%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1372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out, to customers ·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Green 95%+ on time · rose 80-95% · brick under 80% or overdue · grey-blue on its way. Dot size = number of deliveries.</a:t>
            </a:r>
          </a:p>
        </p:txBody>
      </p:sp>
      <p:pic>
        <p:nvPicPr>
          <p:cNvPr id="6" name="Picture 5" descr=".map-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9653058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out, to customers · where it's going wrong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Of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% 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Carrier A · Gold Coast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Carrier B · Moreton Bay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Carrier A · Logan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in, from suppliers · last 30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Deliveries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767523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950403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On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0403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91.9%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0403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77846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260726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0726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0726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388169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7571049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Overdue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049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049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9698492" y="1645920"/>
            <a:ext cx="203600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9881372" y="1783080"/>
            <a:ext cx="16702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In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1372" y="2240280"/>
            <a:ext cx="16702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90.3%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1372" y="3017520"/>
            <a:ext cx="16702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in, from suppliers ·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Green 95%+ on time · rose 80-95% · brick under 80% or overdue · grey-blue on its way. Dot size = number of deliveries.</a:t>
            </a:r>
          </a:p>
        </p:txBody>
      </p:sp>
      <p:pic>
        <p:nvPicPr>
          <p:cNvPr id="6" name="Picture 5" descr=".map-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9626683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in, from suppliers · where it's going wrong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Of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% 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C · Line-haul (road)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D (imports) · Container cartage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37.5%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K · Line-haul (road)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