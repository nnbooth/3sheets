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 and out. Sample Distribution Pty Ltd. Every delivery out to a customer and in from a supplier, for an invented distribution centre at Wacol, Brisbane.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out, to customers · last 30 days: Deliveries 868; On time 93.0%; Late 60; Overdue now 1; In full 98.0%.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out, to customers · map. Green 95%+ on time · amber 80-95% · brick under 80% or overdue · grey-blue on its way. Dot size = number of deliveries.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out, to customers · where it's going wrong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in, from suppliers · last 30 days: Deliveries 128; On time 91.9%; Late 10; Overdue now 2; In full 90.3%.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in, from suppliers · map. Green 95%+ on time · amber 80-95% · brick under 80% or overdue · grey-blue on its way. Dot size = number of deliveries.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in, from suppliers · where it's going wrong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Deliveries in and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Distribution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Every delivery out to a customer and in from a supplier, for an invented distribution centre at Wacol, Brisbane.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Today (6 Oct): incomplete, as at 2pm, Tue 6 Oct 2026.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1-5 October: provisional (October locks 3 Nov).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and earlier: locked.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9:42am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last 30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Deliveries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868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758379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895539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5539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93.0%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59558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196718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6718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360737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497897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Overdue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7897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661916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9799076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In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9076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98.0%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9:42am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Green 95%+ on time · amber 80-95% · brick under 80% or overdue · grey-blue on its way. Dot size = number of deliveries.</a:t>
            </a:r>
          </a:p>
        </p:txBody>
      </p:sp>
      <p:pic>
        <p:nvPicPr>
          <p:cNvPr id="6" name="Picture 5" descr=".map-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78636"/>
            <a:ext cx="9934605" cy="48935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9:42am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where it's going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Of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% 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A · Gold Coast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B · Moreton Bay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A · Logan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9:42am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last 30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Deliveries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758379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895539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5539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59558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196718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6718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360737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497897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Overdue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7897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661916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9799076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In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9076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90.3%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9:42am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Green 95%+ on time · amber 80-95% · brick under 80% or overdue · grey-blue on its way. Dot size = number of deliveries.</a:t>
            </a:r>
          </a:p>
        </p:txBody>
      </p:sp>
      <p:pic>
        <p:nvPicPr>
          <p:cNvPr id="6" name="Picture 5" descr=".map-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78636"/>
            <a:ext cx="9907462" cy="48935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9:42am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where it's going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Of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% 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C · Line-haul (road)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D (imports) · Container cartage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K · Line-haul (road)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9:42am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