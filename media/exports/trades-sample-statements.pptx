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13.5</c:v>
                </c:pt>
                <c:pt idx="1">
                  <c:v>26.9</c:v>
                </c:pt>
                <c:pt idx="2">
                  <c:v>33.5</c:v>
                </c:pt>
                <c:pt idx="3">
                  <c:v>36.6</c:v>
                </c:pt>
                <c:pt idx="4">
                  <c:v>39.5</c:v>
                </c:pt>
                <c:pt idx="5">
                  <c:v>45.2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6300</c:v>
                </c:pt>
                <c:pt idx="1">
                  <c:v>7372</c:v>
                </c:pt>
                <c:pt idx="2">
                  <c:v>4316</c:v>
                </c:pt>
                <c:pt idx="3">
                  <c:v>5564</c:v>
                </c:pt>
                <c:pt idx="4">
                  <c:v>7348</c:v>
                </c:pt>
                <c:pt idx="5">
                  <c:v>4432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34.4%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▼ from 35.5%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 · Gross margin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 · Gross margin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Gross margin (P&amp;L)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win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Technician time on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technician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19,872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materials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9,035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(13,330)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(132,660)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(115,430)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(17,230)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69,677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63,577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4,077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3,058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4,515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151,063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129,819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21,244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297,809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282,082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553,009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529,782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23,227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78,060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35,043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314,103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181,093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(92,930)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(97,510)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(75,600)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(75,400)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11,483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29,220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(22,737)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(22,737)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call-outs (each one is in the Excel)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jobs at $145/hour plus materials marked up 30%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Jobs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84 in total (every one is in the Excel download and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 on salary: $54,600 a month incl.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 costing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$68/hour for technician time charged to a job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monthly; next PAYG instalment due October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