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13.5</c:v>
                </c:pt>
                <c:pt idx="1">
                  <c:v>26.9</c:v>
                </c:pt>
                <c:pt idx="2">
                  <c:v>33.5</c:v>
                </c:pt>
                <c:pt idx="3">
                  <c:v>36.6</c:v>
                </c:pt>
                <c:pt idx="4">
                  <c:v>39.5</c:v>
                </c:pt>
                <c:pt idx="5">
                  <c:v>45.2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1.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$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6300</c:v>
                </c:pt>
                <c:pt idx="1">
                  <c:v>7372</c:v>
                </c:pt>
                <c:pt idx="2">
                  <c:v>4316</c:v>
                </c:pt>
                <c:pt idx="3">
                  <c:v>5564</c:v>
                </c:pt>
                <c:pt idx="4">
                  <c:v>7348</c:v>
                </c:pt>
                <c:pt idx="5">
                  <c:v>4432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477.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Electrical &amp; Air Pty Ltd. An electrical and air-conditioning contractor in Brisbane: maintenance contracts, installations and call-outs. 7 technicians, 3 office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Gross margin (P&amp;L), September 34.4%; Cost to win a customer $162; Technician time on jobs 64.3%.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installation invoiced in September 2026. Gross margin % · Whole job, recognised when invoiced: revenue less materials, subcontractors and technician time at $68/hour. Before overheads: not profit. One 35.0% target for every job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installation invoiced in September 2026. Gross margin $ · Whole job, recognised when invoiced: revenue less materials, subcontractors and technician time at $68/hour. Before overheads: not profit. One 35.0% target for every job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Gross margin (P&amp;L). Gross profit ÷ revenue. All technician wages and on-costs included; overheads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Cost to win a customer. Marketing spend ÷ new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Technician time on jobs. Hours charged to jobs ÷ hours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business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Jobs (September)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An electrical and air-conditioning contractor in Brisbane: maintenance contracts, installations and call-outs. 7 technicians, 3 office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(P&amp;L),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34.4%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35.5%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win a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$205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on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64.3%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61.6%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installation invoiced in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% · 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8244564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47284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installation invoiced in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$ · 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Gross margin (P&amp;L)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profit ÷ revenue. All technician wages and on-costs included; overheads are not.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 (every job invoiced in the month)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$202,337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$179,007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(P&amp;L)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Cost to win a customer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Marketing spend ÷ new customers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 customers (first job ever)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Cost per new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Technician time on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Hours charged to jobs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charged to jobs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752.5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655.0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1,170.4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Time on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 (14)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 (jobs)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Call-outs: technician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19,872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Call-outs: materials charged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9,035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202,337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179,007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(13,330)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(incl. on-costs)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(132,660)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(115,430)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(17,230)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69,677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63,577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Office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fuel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Rent and 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10,097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4,077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(1,505)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3,058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4,515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65,263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151,063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129,819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21,244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 on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297,809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282,082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15,727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553,009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529,782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23,227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78,060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60,830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17,230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35,043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32,519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2,524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219,103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198,449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314,103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298,449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15,654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238,906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231,333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228,906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221,333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238,906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231,333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181,093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156,273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(92,930)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(97,510)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(75,600)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(75,400)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(1,080)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11,483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(17,737)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29,220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(22,737)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65,263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(22,737)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59,746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65,263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Bulimba EV chargers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Carindale solar and battery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Chermside clinic cabling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5,564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Milton office LED lighting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Wacol warehouse switchboard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West End cafe air-con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2,584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Ashgrove aged 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Bulimba school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Carindale vet clinic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Chermside retail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1,564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Fortitude Valley hotel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Kangaroo Point townhouses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Milton office tower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Newstead gym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Riverside Apartments (strata)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Rocklea factory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Southbank cafe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Wacol logistics depot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1,774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West End brewery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Wynnum medical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 call-outs (each one is in the Excel)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An electrical and air-conditioning contractor in Brisbane: maintenance contracts, installations and call-outs. 7 technicians, 3 office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 (the last closed month),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Jobs (September)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 customers, invoiced on the 1st, paid in about 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 named jobs, each with its own quote, materials, subcontractors and hours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 jobs at $145/hour plus materials marked up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Jobs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84 in total (every one is in the Excel download and CSV)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 on salary: $54,600 a month incl. on-costs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Job costing rate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$68/hour for technician time charged to a job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 in August (Ekka show holiday), 22 in September; 7.6 hours a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set month by month, as shown in the P&amp;L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25% of profit, provided monthly; next PAYG instalment due October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17 of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Customer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bills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 and subcontractors are 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$5,000 repaid each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$12,000 trailer bought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18 of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