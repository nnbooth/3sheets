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A7B0B8"/>
              </a:solidFill>
            </c:spPr>
          </c:dPt>
          <c:dPt>
            <c:idx val="1"/>
            <c:spPr>
              <a:solidFill>
                <a:srgbClr val="A7B0B8"/>
              </a:solidFill>
            </c:spPr>
          </c:dPt>
          <c:dPt>
            <c:idx val="2"/>
            <c:spPr>
              <a:solidFill>
                <a:srgbClr val="A7B0B8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13.5</c:v>
                </c:pt>
                <c:pt idx="1">
                  <c:v>26.9</c:v>
                </c:pt>
                <c:pt idx="2">
                  <c:v>33.5</c:v>
                </c:pt>
                <c:pt idx="3">
                  <c:v>36.6</c:v>
                </c:pt>
                <c:pt idx="4">
                  <c:v>39.5</c:v>
                </c:pt>
                <c:pt idx="5">
                  <c:v>45.2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A7B0B8"/>
              </a:solidFill>
            </c:spPr>
          </c:dPt>
          <c:dPt>
            <c:idx val="1"/>
            <c:spPr>
              <a:solidFill>
                <a:srgbClr val="A7B0B8"/>
              </a:solidFill>
            </c:spPr>
          </c:dPt>
          <c:dPt>
            <c:idx val="2"/>
            <c:spPr>
              <a:solidFill>
                <a:srgbClr val="A7B0B8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6300</c:v>
                </c:pt>
                <c:pt idx="1">
                  <c:v>7372</c:v>
                </c:pt>
                <c:pt idx="2">
                  <c:v>4316</c:v>
                </c:pt>
                <c:pt idx="3">
                  <c:v>5564</c:v>
                </c:pt>
                <c:pt idx="4">
                  <c:v>7348</c:v>
                </c:pt>
                <c:pt idx="5">
                  <c:v>4432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34.4%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▼ from 35.5%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 gross margin on each installation invoiced in September 2026 · Gross margin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Target 35.0%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 gross margin on each installation invoiced in September 2026 · Gross margin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Gross margin (P&amp;L)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$63,577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Cost to win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Technician time on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Profit and loss,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31,137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28,907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202,337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179,007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(64,860)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(51,530)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(13,330)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(54,600)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(54,600)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cost of sales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(132,660)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(115,430)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(17,230)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63,577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Office and admin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Vehicles and fuel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Insurance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Profit and loss,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IT and software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Other overheads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(54,100)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15,677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9,477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Profit before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(2,524)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(1,019)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(1,505)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profit after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4,515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151,063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129,819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21,244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297,809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282,082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15,727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553,009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529,782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23,227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78,060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35,043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32,519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2,524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219,103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20,654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314,103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238,906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231,333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181,093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156,273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(92,930)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(97,510)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(75,600)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(75,400)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11,483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(17,737)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29,220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(22,737)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65,263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(22,737)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27,400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26.9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7,348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39.5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33.5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2,436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2,294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1,774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64 call-outs (each one is in the Excel)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31,137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Call-outs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 jobs at $145/hour plus materials marked up 30%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Jobs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84 in total (every one is in the Excel download and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 on salary: $54,600 a month incl.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Job costing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$68/hour for technician time charged to a job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25% of profit, provided monthly; next PAYG instalment due October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