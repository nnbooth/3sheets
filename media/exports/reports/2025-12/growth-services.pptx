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94520</c:v>
                </c:pt>
                <c:pt idx="1">
                  <c:v>108140</c:v>
                </c:pt>
                <c:pt idx="2">
                  <c:v>114895</c:v>
                </c:pt>
                <c:pt idx="3">
                  <c:v>88250</c:v>
                </c:pt>
                <c:pt idx="4">
                  <c:v>111010</c:v>
                </c:pt>
                <c:pt idx="5">
                  <c:v>77175</c:v>
                </c:pt>
                <c:pt idx="6">
                  <c:v>63970</c:v>
                </c:pt>
                <c:pt idx="7">
                  <c:v>95555</c:v>
                </c:pt>
                <c:pt idx="8">
                  <c:v>90220</c:v>
                </c:pt>
                <c:pt idx="9">
                  <c:v>86320</c:v>
                </c:pt>
                <c:pt idx="10">
                  <c:v>61475</c:v>
                </c:pt>
                <c:pt idx="11">
                  <c:v>59535</c:v>
                </c:pt>
                <c:pt idx="12">
                  <c:v>71260</c:v>
                </c:pt>
                <c:pt idx="13">
                  <c:v>83940</c:v>
                </c:pt>
                <c:pt idx="14">
                  <c:v>69420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70720</c:v>
                </c:pt>
                <c:pt idx="1">
                  <c:v>88540</c:v>
                </c:pt>
                <c:pt idx="2">
                  <c:v>94695</c:v>
                </c:pt>
                <c:pt idx="3">
                  <c:v>66850</c:v>
                </c:pt>
                <c:pt idx="4">
                  <c:v>84410</c:v>
                </c:pt>
                <c:pt idx="5">
                  <c:v>48975</c:v>
                </c:pt>
                <c:pt idx="6">
                  <c:v>37570</c:v>
                </c:pt>
                <c:pt idx="7">
                  <c:v>59755</c:v>
                </c:pt>
                <c:pt idx="8">
                  <c:v>64520</c:v>
                </c:pt>
                <c:pt idx="9">
                  <c:v>64820</c:v>
                </c:pt>
                <c:pt idx="10">
                  <c:v>38775</c:v>
                </c:pt>
                <c:pt idx="11">
                  <c:v>38035</c:v>
                </c:pt>
                <c:pt idx="12">
                  <c:v>45860</c:v>
                </c:pt>
                <c:pt idx="13">
                  <c:v>46840</c:v>
                </c:pt>
                <c:pt idx="14">
                  <c:v>29520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15000</c:v>
                </c:pt>
                <c:pt idx="1">
                  <c:v>15000</c:v>
                </c:pt>
                <c:pt idx="2">
                  <c:v>15000</c:v>
                </c:pt>
                <c:pt idx="3">
                  <c:v>15000</c:v>
                </c:pt>
                <c:pt idx="4">
                  <c:v>15000</c:v>
                </c:pt>
                <c:pt idx="5">
                  <c:v>21800</c:v>
                </c:pt>
                <c:pt idx="6">
                  <c:v>21800</c:v>
                </c:pt>
                <c:pt idx="7">
                  <c:v>21800</c:v>
                </c:pt>
                <c:pt idx="8">
                  <c:v>21800</c:v>
                </c:pt>
                <c:pt idx="9">
                  <c:v>16300</c:v>
                </c:pt>
                <c:pt idx="10">
                  <c:v>16300</c:v>
                </c:pt>
                <c:pt idx="11">
                  <c:v>16300</c:v>
                </c:pt>
                <c:pt idx="12">
                  <c:v>16300</c:v>
                </c:pt>
                <c:pt idx="13">
                  <c:v>28300</c:v>
                </c:pt>
                <c:pt idx="14">
                  <c:v>28300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3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8800</c:v>
                </c:pt>
                <c:pt idx="1">
                  <c:v>4600</c:v>
                </c:pt>
                <c:pt idx="2">
                  <c:v>5200</c:v>
                </c:pt>
                <c:pt idx="3">
                  <c:v>6400</c:v>
                </c:pt>
                <c:pt idx="4">
                  <c:v>11600</c:v>
                </c:pt>
                <c:pt idx="5">
                  <c:v>6400</c:v>
                </c:pt>
                <c:pt idx="6">
                  <c:v>4600</c:v>
                </c:pt>
                <c:pt idx="7">
                  <c:v>14000</c:v>
                </c:pt>
                <c:pt idx="8">
                  <c:v>3900</c:v>
                </c:pt>
                <c:pt idx="9">
                  <c:v>5200</c:v>
                </c:pt>
                <c:pt idx="10">
                  <c:v>6400</c:v>
                </c:pt>
                <c:pt idx="11">
                  <c:v>5200</c:v>
                </c:pt>
                <c:pt idx="12">
                  <c:v>9100</c:v>
                </c:pt>
                <c:pt idx="13">
                  <c:v>8800</c:v>
                </c:pt>
                <c:pt idx="14">
                  <c:v>11600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December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December against December last year: (39.6%); Year to date (Jul to Dec 2025): $431,950; Gross margin, year to date: 64.0%. Revenue is $431,950 this financial year to date (Jul to Dec 2025). Training makes the highest gross margin (75.2%); Projects the lowest (61.0%). The business needs 99.2% gross margin just to cover overheads. Projects: 61.0% gross margin, 21.0 points over the 40.0% target ($55,450 ahead on $263,850 this financial year to date). Training: 75.2% gross margin, 35.2 points over the 40.0% target ($16,320 ahead on $46,300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December against December last year: (68.8%); Year to date (Jul to Dec 2025): $263,850; Gross margin, year to date: 61.0%. Projects brought in $263,850 this financial year to date, at a 61.0% gross margin (below the 64.0% overall). Projects: 61.0% gross margin, 21.0 points over the 40.0% target ($55,450 ahead on $263,850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December against December last year: 88.7%; Year to date (Jul to Dec 2025): $121,800; Gross margin, year to date: 66.1%. Retainers brought in $121,800 this financial year to date, at a 66.1% gross margin (above the 64.0% overall). Retainers: 66.1% gross margin, 26.1 points over the 40.0% target ($31,740 ahead on $121,800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December against December last year: 123.1%; Year to date (Jul to Dec 2025): $46,300; Gross margin, year to date: 75.2%. Training brought in $46,300 this financial year to date, at a 75.2% gross margin (above the 64.0% overall). Training: 75.2% gross margin, 35.2 points over the 40.0% target ($16,320 ahead on $46,300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Dec 2025) against the same period last year · Services. Same period last year: Not available: the data starts October 2024. From gross margin to profit: December's client work made $44,900 gross margin (64.7%). Consultant time not charged to client work took $17,630 and overheads $51,260, leaving ($23,990) profit before tax ((34.6%) of revenue). To cover overheads, client work needs a 99.2%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(39.6%)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$69,420 against $114,895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$431,950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64.0%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$276,290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$431,950 this financial year to date (Jul to Dec 2025). Training makes the highest gross margin (75.2%); Projects the lowest (61.0%). The business needs 99.2%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61.0% gross margin, 21.0 points over the 40.0% target ($55,450 ahead on $263,850 this financial year to date). Training: 75.2% gross margin, 35.2 points over the 40.0% target ($16,320 ahead on $46,300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(68.8%)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$29,520 against $94,695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$263,850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61.0%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$160,990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$263,850 this financial year to date, at a 61.0% gross margin (below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61.0% gross margin, 21.0 points over the 40.0% target ($55,450 ahead on $263,850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88.7%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$28,300 against $15,000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$121,800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66.1%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$80,460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$121,800 this financial year to date, at a 66.1% gross margin (above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66.1% gross margin, 26.1 points over the 40.0% target ($31,740 ahead on $121,800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123.1%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$11,600 against $5,200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$46,300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75.2%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$34,840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$46,300 this financial year to date, at a 75.2% gross margin (above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75.2% gross margin, 35.2 points over the 40.0% target ($16,320 ahead on $46,300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Dec 2025)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December's client work made $44,900 gross margin (64.7%). Consultant time not charged to client work took $17,630 and overheads $51,260, leaving ($23,990) profit before tax ((34.6%) of revenue). To cover overheads, client work needs a 99.2%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$263,850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$160,990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$121,800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$80,460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$34,840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$431,950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$276,290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64.0%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