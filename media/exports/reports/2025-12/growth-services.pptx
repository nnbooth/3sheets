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  <c:pt idx="14">
                  <c:v>76600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  <c:pt idx="14">
                  <c:v>32800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  <c:pt idx="14">
                  <c:v>31100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  <c:pt idx="14">
                  <c:v>12700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December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December against December last year: (39.1%); Year to date (Jul to Dec 2025): $475,925; Gross margin, year to date: 67.3%. Revenue is $475,925 this financial year to date (Jul to Dec 2025). Training makes the highest gross margin (77.4%); Projects the lowest (64.7%). The business needs 101.9% gross margin just to cover overheads. Projects: 64.7% gross margin, 24.7 points over the 40.0% target ($71,935 ahead on $291,325 this financial year to date). Training: 77.4% gross margin, 37.4 points over the 40.0% target ($19,020 ahead on $50,800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December against December last year: (68.3%); Year to date (Jul to Dec 2025): $291,325; Gross margin, year to date: 64.7%. Projects brought in $291,325 this financial year to date, at a 64.7% gross margin (below the 67.3% overall). Projects: 64.7% gross margin, 24.7 points over the 40.0% target ($71,935 ahead on $291,325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December against December last year: 88.5%; Year to date (Jul to Dec 2025): $133,800; Gross margin, year to date: 69.1%. Retainers brought in $133,800 this financial year to date, at a 69.1% gross margin (above the 67.3% overall). Retainers: 69.1% gross margin, 29.1 points over the 40.0% target ($38,940 ahead on $133,800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December against December last year: 122.8%; Year to date (Jul to Dec 2025): $50,800; Gross margin, year to date: 77.4%. Training brought in $50,800 this financial year to date, at a 77.4% gross margin (above the 67.3% overall). Training: 77.4% gross margin, 37.4 points over the 40.0% target ($19,020 ahead on $50,800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Dec 2025) against the same period last year · Services. Same period last year: Not available: the data starts October 2024. From gross margin to profit: December's client work made $52,080 gross margin (68.0%). Consultant time not charged to client work took $26,760 and overheads $51,260, leaving ($25,940) profit before tax ((33.9%) of revenue). To cover overheads, client work needs a 101.9%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(39.1%)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$76,600 against $125,715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$475,925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$320,265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$475,925 this financial year to date (Jul to Dec 2025). Training makes the highest gross margin (77.4%); Projects the lowest (64.7%). The business needs 101.9%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64.7% gross margin, 24.7 points over the 40.0% target ($71,935 ahead on $291,325 this financial year to date). Training: 77.4% gross margin, 37.4 points over the 40.0% target ($19,020 ahead on $50,800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(68.3%)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$32,800 against $103,515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$291,325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64.7%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$188,465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$291,325 this financial year to date, at a 64.7% gross margin (below the 67.3%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64.7% gross margin, 24.7 points over the 40.0% target ($71,935 ahead on $291,325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$31,100 against $16,500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$133,800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69.1%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$92,460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$133,800 this financial year to date, at a 69.1% gross margin (above the 67.3%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69.1% gross margin, 29.1 points over the 40.0% target ($38,940 ahead on $133,800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122.8%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$12,700 against $5,700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$50,800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$39,340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$50,800 this financial year to date, at a 77.4% gross margin (above the 67.3%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77.4% gross margin, 37.4 points over the 40.0% target ($19,020 ahead on $50,800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Dec 2025)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December's client work made $52,080 gross margin (68.0%). Consultant time not charged to client work took $26,760 and overheads $51,260, leaving ($25,940) profit before tax ((33.9%) of revenue). To cover overheads, client work needs a 101.9%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$291,325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$188,465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$133,800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$92,460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69.1%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$50,800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$39,340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$475,925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$320,265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