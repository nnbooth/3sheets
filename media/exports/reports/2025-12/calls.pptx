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87</c:v>
                </c:pt>
                <c:pt idx="1">
                  <c:v>157</c:v>
                </c:pt>
                <c:pt idx="2">
                  <c:v>126</c:v>
                </c:pt>
                <c:pt idx="3">
                  <c:v>86</c:v>
                </c:pt>
                <c:pt idx="4">
                  <c:v>112</c:v>
                </c:pt>
                <c:pt idx="5">
                  <c:v>93</c:v>
                </c:pt>
                <c:pt idx="6">
                  <c:v>115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5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December 2025. In short: 776 calls in December: 79.0% answered while staffed (target 90.0%); 54.0%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December: 776; Answered while staffed, December: 79.0%; Calls outside staffed hours, December: 54.0%; Median wait when answered, December: 71 sec. 776 calls for help came in during December. While the line was staffed, 79.0% were answered (target 90.0%); 54.0% of all calls came outside staffed hours and went to voicemail. The busiest time was 5 to 8pm (157 calls). 157 calls came between 5 and 8pm, when no-one is on the line. 75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776 calls in December: 79.0% answered while staffed (target 90.0%); 54.0%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746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419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December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71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282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776 calls for help came in during December. While the line was staffed, 79.0% were answered (target 90.0%); 54.0% of all calls came outside staffed hours and went to voicemail. The busiest time was 5 to 8pm (157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157 calls came between 5 and 8pm, when no-one is on the line. 75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