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79</c:v>
                </c:pt>
                <c:pt idx="1">
                  <c:v>152</c:v>
                </c:pt>
                <c:pt idx="2">
                  <c:v>124</c:v>
                </c:pt>
                <c:pt idx="3">
                  <c:v>91</c:v>
                </c:pt>
                <c:pt idx="4">
                  <c:v>110</c:v>
                </c:pt>
                <c:pt idx="5">
                  <c:v>62</c:v>
                </c:pt>
                <c:pt idx="6">
                  <c:v>107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4.7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#,##0;[Red](#,##0)</c:formatCode>
                <c:ptCount val="15"/>
                <c:pt idx="0">
                  <c:v>659</c:v>
                </c:pt>
                <c:pt idx="1">
                  <c:v>655</c:v>
                </c:pt>
                <c:pt idx="2">
                  <c:v>685</c:v>
                </c:pt>
                <c:pt idx="3">
                  <c:v>714</c:v>
                </c:pt>
                <c:pt idx="4">
                  <c:v>683</c:v>
                </c:pt>
                <c:pt idx="5">
                  <c:v>725</c:v>
                </c:pt>
                <c:pt idx="6">
                  <c:v>620</c:v>
                </c:pt>
                <c:pt idx="7">
                  <c:v>754</c:v>
                </c:pt>
                <c:pt idx="8">
                  <c:v>783</c:v>
                </c:pt>
                <c:pt idx="9">
                  <c:v>871</c:v>
                </c:pt>
                <c:pt idx="10">
                  <c:v>852</c:v>
                </c:pt>
                <c:pt idx="11">
                  <c:v>781</c:v>
                </c:pt>
                <c:pt idx="12">
                  <c:v>792</c:v>
                </c:pt>
                <c:pt idx="13">
                  <c:v>675</c:v>
                </c:pt>
                <c:pt idx="14">
                  <c:v>725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December 2025.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December: 725; Answered while staffed, December: 82.7%; Calls outside staffed hours, December: 53.8%; Median wait when answered, December: 79 sec. 725 calls for help came in during December. While the line was staffed, 82.7% were answered (target 90.0%); 53.8% of all calls came outside staffed hours and went to voicemail. The busiest time was 5 to 8pm (152 calls). 152 calls came between 5 and 8pm, when no-one is on the line. 58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December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December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675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December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82.7%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December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390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December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79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277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725 calls for help came in during December. While the line was staffed, 82.7% were answered (target 90.0%); 53.8% of all calls came outside staffed hours and went to voicemail. The busiest time was 5 to 8pm (152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152 calls came between 5 and 8pm, when no-one is on the line. 58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