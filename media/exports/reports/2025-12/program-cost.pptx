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Community meals (2025-26)</c:v>
                </c:pt>
                <c:pt idx="1">
                  <c:v>Digital literacy</c:v>
                </c:pt>
                <c:pt idx="2">
                  <c:v>Emergency relief</c:v>
                </c:pt>
                <c:pt idx="3">
                  <c:v>Youth outreach</c:v>
                </c:pt>
                <c:pt idx="4">
                  <c:v>Housing support (2025)</c:v>
                </c:pt>
              </c:strCache>
            </c:strRef>
          </c:cat>
          <c:val>
            <c:numRef>
              <c:f>Sheet1!$B$2:$B$6</c:f>
              <c:numCache>
                <c:formatCode>$#,##0;[Red]($#,##0);"-"</c:formatCode>
                <c:ptCount val="5"/>
                <c:pt idx="0">
                  <c:v>6694</c:v>
                </c:pt>
                <c:pt idx="1">
                  <c:v>9198</c:v>
                </c:pt>
                <c:pt idx="2">
                  <c:v>20083</c:v>
                </c:pt>
                <c:pt idx="3">
                  <c:v>33952</c:v>
                </c:pt>
                <c:pt idx="4">
                  <c:v>51266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8955.89999999999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31100</c:v>
                </c:pt>
                <c:pt idx="4">
                  <c:v>31300</c:v>
                </c:pt>
                <c:pt idx="5">
                  <c:v>24200</c:v>
                </c:pt>
                <c:pt idx="6">
                  <c:v>26600</c:v>
                </c:pt>
                <c:pt idx="7">
                  <c:v>30900</c:v>
                </c:pt>
                <c:pt idx="8">
                  <c:v>24100</c:v>
                </c:pt>
                <c:pt idx="9">
                  <c:v>28100</c:v>
                </c:pt>
                <c:pt idx="10">
                  <c:v>26300</c:v>
                </c:pt>
                <c:pt idx="11">
                  <c:v>27700</c:v>
                </c:pt>
                <c:pt idx="12">
                  <c:v>26600</c:v>
                </c:pt>
                <c:pt idx="13">
                  <c:v>30000</c:v>
                </c:pt>
                <c:pt idx="14">
                  <c:v>29100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17363</c:v>
                </c:pt>
                <c:pt idx="10">
                  <c:v>21144</c:v>
                </c:pt>
                <c:pt idx="11">
                  <c:v>17537</c:v>
                </c:pt>
                <c:pt idx="12">
                  <c:v>21925</c:v>
                </c:pt>
                <c:pt idx="13">
                  <c:v>21079</c:v>
                </c:pt>
                <c:pt idx="14">
                  <c:v>19272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10400</c:v>
                </c:pt>
                <c:pt idx="1">
                  <c:v>13400</c:v>
                </c:pt>
                <c:pt idx="2">
                  <c:v>11900</c:v>
                </c:pt>
                <c:pt idx="3">
                  <c:v>12700</c:v>
                </c:pt>
                <c:pt idx="4">
                  <c:v>10500</c:v>
                </c:pt>
                <c:pt idx="5">
                  <c:v>12200</c:v>
                </c:pt>
                <c:pt idx="6">
                  <c:v>13500</c:v>
                </c:pt>
                <c:pt idx="7">
                  <c:v>13200</c:v>
                </c:pt>
                <c:pt idx="8">
                  <c:v>11900</c:v>
                </c:pt>
                <c:pt idx="9">
                  <c:v>10200</c:v>
                </c:pt>
                <c:pt idx="10">
                  <c:v>10600</c:v>
                </c:pt>
                <c:pt idx="11">
                  <c:v>12900</c:v>
                </c:pt>
                <c:pt idx="12">
                  <c:v>12300</c:v>
                </c:pt>
                <c:pt idx="13">
                  <c:v>11400</c:v>
                </c:pt>
                <c:pt idx="14">
                  <c:v>11400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5160</c:v>
                </c:pt>
                <c:pt idx="13">
                  <c:v>4585</c:v>
                </c:pt>
                <c:pt idx="14">
                  <c:v>5221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3400</c:v>
                </c:pt>
                <c:pt idx="10">
                  <c:v>3500</c:v>
                </c:pt>
                <c:pt idx="11">
                  <c:v>4000</c:v>
                </c:pt>
                <c:pt idx="12">
                  <c:v>3200</c:v>
                </c:pt>
                <c:pt idx="13">
                  <c:v>3100</c:v>
                </c:pt>
                <c:pt idx="14">
                  <c:v>3800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each program really cost?. Sample Community Services Ltd. Period: December 2025. In short: Housing support (2025) costs $51,266 in full in December: $22,166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programs. Housing support (2025) is the biggest program: $51,266 in December once its share of untied program costs and administration is added to $29,100 of grant spending. Shared costs add 76.2% on top of grant spending across all programs. 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Housing support (2025). Housing support (2025) cost $51,266 in full in December: $29,100 paid by the State Housing Program grant, and $22,166 of shared costs no grant covers. It has spent 100.0% of its budget to date, with $0 left and 0 months to go. The full cost is $51,266 a month; $22,166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Youth outreach. Youth outreach cost $33,952 in full in December: $19,272 paid by the State Department of Families grant, and $14,680 of shared costs no grant covers. It has spent 98.6% of its budget to date, with $361,680 left and 18 months to go. The full cost is $33,952 a month; $14,680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Emergency relief. Emergency relief cost $20,083 in full in December: $11,400 paid by the Federal community grant grant, and $8,683 of shared costs no grant covers. It has spent 99.5% of its budget to date (spending before October 2024 taken at budget), with $1,500 left and 0 months to go. The full cost is $20,083 a month; $8,683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Digital literacy. Digital literacy cost $9,198 in full in December: $5,221 paid by the Philanthropic foundation grant, and $3,977 of shared costs no grant covers. It has spent 99.8% of its budget to date, with $75,034 left and 15 months to go. The full cost is $9,198 a month; $3,977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Community meals (2025-26). Community meals (2025-26) cost $6,694 in full in December: $3,800 paid by the Local council community grant grant, and $2,894 of shared costs no grant covers. It has spent 95.4% of its budget to date, with $23,000 left and 6 months to go. The full cost is $6,694 a month; $2,894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each program really cost?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980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December 2025. In short: Housing support (2025) costs $51,266 in full in December: $22,166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752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programs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Full cost of each program, December 2025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2651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021836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4076700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51020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(2025) is the biggest program: $51,266 in December once its share of untied program costs and administration is added to $29,100 of grant spending. Shared costs add 76.2% on top of grant spending across all programs.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4021836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4076700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4351020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Housing support (2025)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Housing support (2025)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(2025) cost $51,266 in full in December: $29,100 paid by the State Housing Program grant, and $22,166 of shared costs no grant covers. It has spent 100.0% of its budget to date, with $0 left and 0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$51,266 a month; $22,166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Youth outreach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Youth outreach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Youth outreach cost $33,952 in full in December: $19,272 paid by the State Department of Families grant, and $14,680 of shared costs no grant covers. It has spent 98.6% of its budget to date, with $361,680 left and 18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$33,952 a month; $14,680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Emergency relief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Emergency relief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4457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815840"/>
            <a:ext cx="5501487" cy="14935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Emergency relief cost $20,083 in full in December: $11,400 paid by the Federal community grant grant, and $8,683 of shared costs no grant covers. It has spent 99.5% of its budget to date (spending before October 2024 taken at budget), with $1,500 left and 0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4815840"/>
            <a:ext cx="5501487" cy="14935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$20,083 a month; $8,683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Digital literacy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Digital literacy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Digital literacy cost $9,198 in full in December: $5,221 paid by the Philanthropic foundation grant, and $3,977 of shared costs no grant covers. It has spent 99.8% of its budget to date, with $75,034 left and 15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$9,198 a month; $3,977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Community meals (2025-26)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Community meals (2025-26)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Community meals (2025-26) cost $6,694 in full in December: $3,800 paid by the Local council community grant grant, and $2,894 of shared costs no grant covers. It has spent 95.4% of its budget to date, with $23,000 left and 6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$6,694 a month; $2,894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