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6694</c:v>
                </c:pt>
                <c:pt idx="1">
                  <c:v>9198</c:v>
                </c:pt>
                <c:pt idx="2">
                  <c:v>20083</c:v>
                </c:pt>
                <c:pt idx="3">
                  <c:v>33952</c:v>
                </c:pt>
                <c:pt idx="4">
                  <c:v>51266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 (2025-26)</c:v>
                </c:pt>
                <c:pt idx="1">
                  <c:v>Digital literacy</c:v>
                </c:pt>
                <c:pt idx="2">
                  <c:v>Emergency relief</c:v>
                </c:pt>
                <c:pt idx="3">
                  <c:v>Youth outreach</c:v>
                </c:pt>
                <c:pt idx="4">
                  <c:v>Housing support (2025)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5.5</c:v>
                </c:pt>
                <c:pt idx="1">
                  <c:v>7.6</c:v>
                </c:pt>
                <c:pt idx="2">
                  <c:v>16.6</c:v>
                </c:pt>
                <c:pt idx="3">
                  <c:v>28.0</c:v>
                </c:pt>
                <c:pt idx="4">
                  <c:v>42.3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December 2025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Full cost of each program, December 2025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(2025) is the biggest program: $51,266 in December once its share of untied program costs and administration is added to $29,100 of grant spending. Shared costs add 76.2%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Housing support (2025)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Housing support (2025) cost $51,266 in full in December: $29,100 paid by the State Housing Program grant, and $22,166 of shared costs no grant covers. It has spent 100.0% of its budget to date, with $0 left and 0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$51,266 a month; $22,166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Youth outreach cost $33,952 in full in December: $19,272 paid by the State Department of Families grant, and $14,680 of shared costs no grant covers. It has spent 98.6% of its budget to date, with $361,680 left and 18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$33,952 a month; $14,680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Emergency relief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Emergency relief cost $20,083 in full in December: $11,400 paid by the Federal community grant grant, and $8,683 of shared costs no grant covers. It has spent 99.5% of its budget to date (spending before October 2024 taken at budget), with $1,500 left and 0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$20,083 a month; $8,683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Digital literacy cost $9,198 in full in December: $5,221 paid by the Philanthropic foundation grant, and $3,977 of shared costs no grant covers. It has spent 99.8% of its budget to date, with $75,034 left and 15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$9,198 a month; $3,977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Program: Community meals (2025-26)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Community meals (2025-26) cost $6,694 in full in December: $3,800 paid by the Local council community grant grant, and $2,894 of shared costs no grant covers. It has spent 95.4% of its budget to date, with $23,000 left and 6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full cost is $6,694 a month; $2,894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