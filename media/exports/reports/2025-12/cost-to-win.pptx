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#,##0;[Red](#,##0)</c:formatCode>
                <c:ptCount val="15"/>
                <c:pt idx="0">
                  <c:v>34</c:v>
                </c:pt>
                <c:pt idx="1">
                  <c:v>33</c:v>
                </c:pt>
                <c:pt idx="2">
                  <c:v>37</c:v>
                </c:pt>
                <c:pt idx="3">
                  <c:v>40</c:v>
                </c:pt>
                <c:pt idx="4">
                  <c:v>35</c:v>
                </c:pt>
                <c:pt idx="5">
                  <c:v>34</c:v>
                </c:pt>
                <c:pt idx="6">
                  <c:v>30</c:v>
                </c:pt>
                <c:pt idx="7">
                  <c:v>31</c:v>
                </c:pt>
                <c:pt idx="8">
                  <c:v>32</c:v>
                </c:pt>
                <c:pt idx="9">
                  <c:v>28</c:v>
                </c:pt>
                <c:pt idx="10">
                  <c:v>36</c:v>
                </c:pt>
                <c:pt idx="11">
                  <c:v>32</c:v>
                </c:pt>
                <c:pt idx="12">
                  <c:v>33</c:v>
                </c:pt>
                <c:pt idx="13">
                  <c:v>37</c:v>
                </c:pt>
                <c:pt idx="14">
                  <c:v>45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December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$173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$227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December last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37 new customers from $7,800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win a customer, by month · $ per new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win a customer, by month · New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45 new customers came from $7,800 of marketing in December, against 37 from $8,400 in November: $173 each, down from $227.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