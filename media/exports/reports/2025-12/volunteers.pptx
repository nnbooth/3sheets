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Mental health first aid</c:v>
                </c:pt>
                <c:pt idx="1">
                  <c:v>Volunteer coordinator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Digital literacy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81.5</c:v>
                </c:pt>
                <c:pt idx="1">
                  <c:v>84.5</c:v>
                </c:pt>
                <c:pt idx="2">
                  <c:v>106.0</c:v>
                </c:pt>
                <c:pt idx="3">
                  <c:v>127.0</c:v>
                </c:pt>
                <c:pt idx="4">
                  <c:v>131.5</c:v>
                </c:pt>
                <c:pt idx="5">
                  <c:v>152.5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5.37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317.5</c:v>
                </c:pt>
                <c:pt idx="1">
                  <c:v>392.0</c:v>
                </c:pt>
                <c:pt idx="2">
                  <c:v>363.5</c:v>
                </c:pt>
                <c:pt idx="3">
                  <c:v>399.0</c:v>
                </c:pt>
                <c:pt idx="4">
                  <c:v>422.0</c:v>
                </c:pt>
                <c:pt idx="5">
                  <c:v>451.5</c:v>
                </c:pt>
                <c:pt idx="6">
                  <c:v>445.0</c:v>
                </c:pt>
                <c:pt idx="7">
                  <c:v>513.0</c:v>
                </c:pt>
                <c:pt idx="8">
                  <c:v>529.0</c:v>
                </c:pt>
                <c:pt idx="9">
                  <c:v>586.0</c:v>
                </c:pt>
                <c:pt idx="10">
                  <c:v>560.5</c:v>
                </c:pt>
                <c:pt idx="11">
                  <c:v>625.5</c:v>
                </c:pt>
                <c:pt idx="12">
                  <c:v>669.5</c:v>
                </c:pt>
                <c:pt idx="13">
                  <c:v>626.5</c:v>
                </c:pt>
                <c:pt idx="14">
                  <c:v>683.0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December 2025.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December: 683.0 h; Volunteers who did a shift, December: 46; Hours per volunteer, December: 14.8 h; December last year: 363.5 h. 46 volunteers gave 683.0 h in December, against 626.5 h in November. Youth outreach drew the most (152.5 h, 22.3%). Mental health first aid had the fewest volunteer hours (81.5 h). Hours are up 87.9% on December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683.0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626.5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14.8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363.5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28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46 volunteers gave 683.0 h in December, against 626.5 h in November. Youth outreach drew the most (152.5 h, 22.3%).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had the fewest volunteer hours (81.5 h). Hours are up 87.9% on December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