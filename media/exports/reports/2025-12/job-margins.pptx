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23.4</c:v>
                </c:pt>
                <c:pt idx="1">
                  <c:v>43.5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16292</c:v>
                </c:pt>
                <c:pt idx="1">
                  <c:v>12877</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0.0"%";[Red](0.0"%")</c:formatCode>
                <c:ptCount val="4"/>
                <c:pt idx="0">
                  <c:v>7.6</c:v>
                </c:pt>
                <c:pt idx="1">
                  <c:v>24.9</c:v>
                </c:pt>
                <c:pt idx="2">
                  <c:v>28.2</c:v>
                </c:pt>
                <c:pt idx="3">
                  <c:v>37.5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$#,##0;[Red]($#,##0);"-"</c:formatCode>
                <c:ptCount val="4"/>
                <c:pt idx="0">
                  <c:v>1612</c:v>
                </c:pt>
                <c:pt idx="1">
                  <c:v>3432</c:v>
                </c:pt>
                <c:pt idx="2">
                  <c:v>5394</c:v>
                </c:pt>
                <c:pt idx="3">
                  <c:v>5854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0.0"%";[Red](0.0"%")</c:formatCode>
                <c:ptCount val="6"/>
                <c:pt idx="0">
                  <c:v>37.2</c:v>
                </c:pt>
                <c:pt idx="1">
                  <c:v>40.1</c:v>
                </c:pt>
                <c:pt idx="2">
                  <c:v>42.2</c:v>
                </c:pt>
                <c:pt idx="3">
                  <c:v>44.6</c:v>
                </c:pt>
                <c:pt idx="4">
                  <c:v>44.8</c:v>
                </c:pt>
                <c:pt idx="5">
                  <c:v>46.0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$#,##0;[Red]($#,##0);"-"</c:formatCode>
                <c:ptCount val="6"/>
                <c:pt idx="0">
                  <c:v>687</c:v>
                </c:pt>
                <c:pt idx="1">
                  <c:v>924</c:v>
                </c:pt>
                <c:pt idx="2">
                  <c:v>3269</c:v>
                </c:pt>
                <c:pt idx="3">
                  <c:v>1352</c:v>
                </c:pt>
                <c:pt idx="4">
                  <c:v>3501</c:v>
                </c:pt>
                <c:pt idx="5">
                  <c:v>3144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December 2025.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December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$50,453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$42,296</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$4,504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$45,949</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$57,350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($11,401)</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$135,079</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37.4%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(8.4%)</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33.7%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(December)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December maintenance contracts made a 59.5% job gross margin, installations made a 23.4% job gross margin, call-outs and repairs made a 43.5% job gross margin (technician time at $68 an hour, wages and all on-costs). Jobs need 45.8%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23.4% gross margin, 11.6 points under the 35.0% target: about $8,103 on $69,700 of revenue in December. It's below the 45.8% needed to cover overheads, too. Maintenance contracts: 59.5% gross margin, 24.5 points over the 35.0% target ($8,754 ahead on $35,800 in December).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(December)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December). All maintenance contracts: 59.5% gross margin, 24.5 points over the 35.0% target ($8,754 ahead on $35,800 in December).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(December)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December made less than the 35.0% job gross margin target. The Wynnum factory solar and battery made a 7.6% job gross margin: 91.0 h of technician time ($6,188) and $2,300 of subcontractors on a $21,200 job. Jobs need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installations under the 35.0% target, worth about $8,497 between them on $54,100 of revenue. The biggest gap, Wynnum factory solar and battery: 7.6% gross margin, 27.4 points under the 35.0% target: about $5,808 on $21,200 of revenue in December. It's below the 45.8%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44.5%</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45.8%</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(December)</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December</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$20,154</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68.1%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December</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$9,425</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$7,250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45.8%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December billed $20,154 of technician time and $9,425 of materials ($7,250 at cost plus 30%), and made a 43.5% job gross margin between them. Gross margins run from 37.2% to 46.0%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43.5% gross margin, 8.5 points over the 35.0% target ($2,524 ahead on $29,579 in December).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