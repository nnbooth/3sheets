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23.4</c:v>
                </c:pt>
                <c:pt idx="1">
                  <c:v>43.5</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16292</c:v>
                </c:pt>
                <c:pt idx="1">
                  <c:v>12877</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Wynnum factory solar and battery</c:v>
                </c:pt>
                <c:pt idx="1">
                  <c:v>Windsor warehouse switchboard upgrade</c:v>
                </c:pt>
                <c:pt idx="2">
                  <c:v>Salisbury school data cabling</c:v>
                </c:pt>
                <c:pt idx="3">
                  <c:v>Newstead office office fit-out wiring</c:v>
                </c:pt>
              </c:strCache>
            </c:strRef>
          </c:cat>
          <c:val>
            <c:numRef>
              <c:f>Sheet1!$B$2:$B$5</c:f>
              <c:numCache>
                <c:formatCode>0.0"%";[Red](0.0"%")</c:formatCode>
                <c:ptCount val="4"/>
                <c:pt idx="0">
                  <c:v>7.6</c:v>
                </c:pt>
                <c:pt idx="1">
                  <c:v>24.9</c:v>
                </c:pt>
                <c:pt idx="2">
                  <c:v>28.2</c:v>
                </c:pt>
                <c:pt idx="3">
                  <c:v>37.5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Wynnum factory solar and battery</c:v>
                </c:pt>
                <c:pt idx="1">
                  <c:v>Windsor warehouse switchboard upgrade</c:v>
                </c:pt>
                <c:pt idx="2">
                  <c:v>Salisbury school data cabling</c:v>
                </c:pt>
                <c:pt idx="3">
                  <c:v>Newstead office office fit-out wiring</c:v>
                </c:pt>
              </c:strCache>
            </c:strRef>
          </c:cat>
          <c:val>
            <c:numRef>
              <c:f>Sheet1!$B$2:$B$5</c:f>
              <c:numCache>
                <c:formatCode>$#,##0;[Red]($#,##0);"-"</c:formatCode>
                <c:ptCount val="4"/>
                <c:pt idx="0">
                  <c:v>1612</c:v>
                </c:pt>
                <c:pt idx="1">
                  <c:v>3432</c:v>
                </c:pt>
                <c:pt idx="2">
                  <c:v>5394</c:v>
                </c:pt>
                <c:pt idx="3">
                  <c:v>5854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(17)</c:v>
                </c:pt>
                <c:pt idx="3">
                  <c:v>2.5-hour call-outs (6)</c:v>
                </c:pt>
                <c:pt idx="4">
                  <c:v>3-hour call-outs (13)</c:v>
                </c:pt>
                <c:pt idx="5">
                  <c:v>4-hour call-outs (9)</c:v>
                </c:pt>
              </c:strCache>
            </c:strRef>
          </c:cat>
          <c:val>
            <c:numRef>
              <c:f>Sheet1!$B$2:$B$7</c:f>
              <c:numCache>
                <c:formatCode>0.0"%";[Red](0.0"%")</c:formatCode>
                <c:ptCount val="6"/>
                <c:pt idx="0">
                  <c:v>37.2</c:v>
                </c:pt>
                <c:pt idx="1">
                  <c:v>40.1</c:v>
                </c:pt>
                <c:pt idx="2">
                  <c:v>42.2</c:v>
                </c:pt>
                <c:pt idx="3">
                  <c:v>44.6</c:v>
                </c:pt>
                <c:pt idx="4">
                  <c:v>44.8</c:v>
                </c:pt>
                <c:pt idx="5">
                  <c:v>46.0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(17)</c:v>
                </c:pt>
                <c:pt idx="3">
                  <c:v>2.5-hour call-outs (6)</c:v>
                </c:pt>
                <c:pt idx="4">
                  <c:v>3-hour call-outs (13)</c:v>
                </c:pt>
                <c:pt idx="5">
                  <c:v>4-hour call-outs (9)</c:v>
                </c:pt>
              </c:strCache>
            </c:strRef>
          </c:cat>
          <c:val>
            <c:numRef>
              <c:f>Sheet1!$B$2:$B$7</c:f>
              <c:numCache>
                <c:formatCode>$#,##0;[Red]($#,##0);"-"</c:formatCode>
                <c:ptCount val="6"/>
                <c:pt idx="0">
                  <c:v>687</c:v>
                </c:pt>
                <c:pt idx="1">
                  <c:v>924</c:v>
                </c:pt>
                <c:pt idx="2">
                  <c:v>3269</c:v>
                </c:pt>
                <c:pt idx="3">
                  <c:v>1352</c:v>
                </c:pt>
                <c:pt idx="4">
                  <c:v>3501</c:v>
                </c:pt>
                <c:pt idx="5">
                  <c:v>3144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0.0"%";[Red](0.0"%")</c:formatCode>
                <c:ptCount val="15"/>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$#,##0;[Red]($#,##0);"-"</c:formatCode>
                <c:ptCount val="15"/>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December 2025.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November 2025: Locked. November 2025 is locked (closed 2 Dec 2025). These numbers won't change.</a:t>
            </a:r>
          </a:p>
          <a:p>
            <a:pPr>
              <a:defRPr>
                <a:latin typeface="Roboto"/>
              </a:defRPr>
            </a:pPr>
            <a:r>
              <a:rPr sz="1100" b="0">
                <a:solidFill>
                  <a:srgbClr val="5F6F63"/>
                </a:solidFill>
                <a:latin typeface="Roboto"/>
              </a:rPr>
              <a:t>December 2025: Locked. December 2025 is locked (closed 5 Jan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December's jobs made $50,453 gross margin (37.4%). Technician time not charged to jobs took $4,504 and overheads $57,350, leaving ($11,401) profit before tax ((8.4%) of revenue). To cover overheads, jobs need a 45.8%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December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$50,453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$42,296</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$4,504</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$45,949</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$57,350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($11,401)</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$135,079</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37.4%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(8.4%)</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45.8%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37.4%</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November 33.7%</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December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December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December maintenance contracts made a 59.5% job gross margin, installations made a 23.4% job gross margin, call-outs and repairs made a 43.5% job gross margin (technician time at $68 an hour, wages and all on-costs). Jobs need 45.8%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23.4%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November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December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December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12.5 points clear of the 45.8%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23.4%</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November 23.1%</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December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December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of the 4 installation jobs invoiced in December made less than the 35.0% job gross margin target. The Wynnum factory solar and battery made a 7.6% job gross margin: 91.0 h of technician time ($6,188) and $2,300 of subcontractors on a $21,200 job. Jobs need 45.8%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45.8% overheads need: Newstead office office fit-out wiring (37.5%), Salisbury school data cabling (28.2%), Windsor warehouse switchboard upgrade (24.9%), Wynnum factory solar and battery (7.6%). Most profitable: Newstead office office fit-out wiring (37.5%).</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November 44.5%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December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$20,154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68.1%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December</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$9,425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$7,250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December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December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57 call-outs in December billed $20,154 of technician time and $9,425 of materials ($7,250 at cost plus 30%), and made a 43.5% job gross margin between them. Gross margins run from 37.2% to 46.0%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43.5%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