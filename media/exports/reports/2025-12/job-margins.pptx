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23.4</c:v>
                </c:pt>
                <c:pt idx="1">
                  <c:v>43.5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26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Wynnum factory solar and battery</c:v>
                </c:pt>
                <c:pt idx="1">
                  <c:v>Windsor warehouse switchboard upgrade</c:v>
                </c:pt>
                <c:pt idx="2">
                  <c:v>Salisbury school data cabling</c:v>
                </c:pt>
                <c:pt idx="3">
                  <c:v>Newstead office office fit-out wiring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7.6</c:v>
                </c:pt>
                <c:pt idx="1">
                  <c:v>24.9</c:v>
                </c:pt>
                <c:pt idx="2">
                  <c:v>28.2</c:v>
                </c:pt>
                <c:pt idx="3">
                  <c:v>37.5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66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(17)</c:v>
                </c:pt>
                <c:pt idx="3">
                  <c:v>2.5-hour call-outs (6)</c:v>
                </c:pt>
                <c:pt idx="4">
                  <c:v>3-hour call-outs (13)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37.2</c:v>
                </c:pt>
                <c:pt idx="1">
                  <c:v>40.1</c:v>
                </c:pt>
                <c:pt idx="2">
                  <c:v>42.2</c:v>
                </c:pt>
                <c:pt idx="3">
                  <c:v>44.6</c:v>
                </c:pt>
                <c:pt idx="4">
                  <c:v>44.8</c:v>
                </c:pt>
                <c:pt idx="5">
                  <c:v>46.0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December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December's jobs made $50,453 gross margin (37.4%). Technician time not charged to jobs took $4,504 and overheads $57,350, leaving ($11,401) profit before tax ((8.4%) of revenue). To cover overheads, jobs need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December · All jobs: 37.4%; Job gross margin, November · All jobs: 33.7%; Gross margin jobs need to break even: 45.8%. In December maintenance contracts made a 59.5% job gross margin, installations made a 23.4% job gross margin, call-outs and repairs made a 43.5% job gross margin (technician time at $68 an hour, wages and all on-costs). Jobs need 45.8% just to cover overheads. Installations: 23.4% gross margin, 11.6 points under the 35.0% target: about $8,103 on $69,700 of revenue in December. It's below the 45.8% needed to cover overheads, too. Maintenance contracts: 59.5% gross margin, 24.5 points over the 35.0% target ($8,754 ahead on $35,800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December · Maintenance contracts: 59.5%; Job gross margin, November · Maintenance contracts: 59.5%; Gross margin jobs need to break even: 45.8%. All 12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December). All maintenance contracts: 59.5% gross margin, 24.5 points over the 35.0% target ($8,754 ahead on $35,800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December 2025. The month's fee less materials and technician time at $68/hour. Target 35.0% is what to price for; break-even 45.8%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December · Installations: 23.4%; Job gross margin, November · Installations: 23.1%; Gross margin jobs need to break even: 45.8%. 3 of the 4 installation jobs invoiced in December made less than the 35.0% job gross margin target. The Wynnum factory solar and battery made a 7.6% job gross margin: 91.0 h of technician time ($6,188) and $2,300 of subcontractors on a $21,200 job. Jobs need 45.8% gross margin just to cover overheads. 3 installations under the 35.0% target, worth about $8,497 between them on $54,100 of revenue. The biggest gap, Wynnum factory solar and battery: 7.6% gross margin, 27.4 points under the 35.0% target: about $5,808 on $21,200 of revenue in December. It's below the 45.8%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December · Call-outs and repairs: 43.5%; Job gross margin, November · Call-outs and repairs: 44.5%; Gross margin jobs need to break even: 45.8%; Technician time charged, December: $20,154; Materials charged, December: $9,425. 57 call-outs in December billed $20,154 of technician time and $9,425 of materials ($7,250 at cost plus 30%), and made a 43.5% job gross margin between them. Gross margins run from 37.2% to 46.0% by length: the hourly rate covers technician time comfortably, so the gross margin mostly moves with how much material goes on the van. All call-outs: 43.5% gross margin, 8.5 points over the 35.0% target ($2,524 ahead on $29,579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December's jobs made $50,453 gross margin (37.4%). Technician time not charged to jobs took $4,504 and overheads $57,350, leaving ($11,401) profit before tax ((8.4%) of revenue). To cover overheads, jobs need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$50,453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$4,504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$45,949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($11,401)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$135,079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December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184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211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December maintenance contracts made a 59.5% job gross margin, installations made a 23.4% job gross margin, call-outs and repairs made a 43.5% job gross margin (technician time at $68 an hour, wages and all on-costs). Jobs need 45.8%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23.4% gross margin, 11.6 points under the 35.0% target: about $8,103 on $69,700 of revenue in December. It's below the 45.8% needed to cover overheads, too. Maintenance contracts: 59.5% gross margin, 24.5 points over the 35.0% target ($8,754 ahead on $35,800 in December).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December). All maintenance contracts: 59.5% gross margin, 24.5 points over the 35.0% target ($8,754 ahead on $35,800 in December).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98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03820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06540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86868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89588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December made less than the 35.0% job gross margin target. The Wynnum factory solar and battery made a 7.6% job gross margin: 91.0 h of technician time ($6,188) and $2,300 of subcontractors on a $21,200 job. Jobs need 45.8%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$8,497 between them on $54,100 of revenue. The biggest gap, Wynnum factory solar and battery: 7.6% gross margin, 27.4 points under the 35.0% target: about $5,808 on $21,200 of revenue in December. It's below the 45.8%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December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$20,154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68.1%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December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$9,425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$7,250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16797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7069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03338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06058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December billed $20,154 of technician time and $9,425 of materials ($7,250 at cost plus 30%), and made a 43.5% job gross margin between them. Gross margins run from 37.2% to 46.0%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43.5% gross margin, 8.5 points over the 35.0% target ($2,524 ahead on $29,579 in December).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