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Grants</c:v>
                </c:pt>
                <c:pt idx="1">
                  <c:v>Donations</c:v>
                </c:pt>
                <c:pt idx="2">
                  <c:v>Fundraising events</c:v>
                </c:pt>
              </c:strCache>
            </c:strRef>
          </c:cat>
          <c:val>
            <c:numRef>
              <c:f>Sheet1!$B$2:$B$4</c:f>
              <c:numCache>
                <c:formatCode>0"¢";[Red](0"¢")</c:formatCode>
                <c:ptCount val="3"/>
                <c:pt idx="0">
                  <c:v>10</c:v>
                </c:pt>
                <c:pt idx="1">
                  <c:v>17</c:v>
                </c:pt>
                <c:pt idx="2">
                  <c:v>42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8.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26600</c:v>
                </c:pt>
                <c:pt idx="1">
                  <c:v>31800</c:v>
                </c:pt>
                <c:pt idx="2">
                  <c:v>29700</c:v>
                </c:pt>
                <c:pt idx="3">
                  <c:v>62700</c:v>
                </c:pt>
                <c:pt idx="4">
                  <c:v>61700</c:v>
                </c:pt>
                <c:pt idx="5">
                  <c:v>54500</c:v>
                </c:pt>
                <c:pt idx="6">
                  <c:v>61500</c:v>
                </c:pt>
                <c:pt idx="7">
                  <c:v>61700</c:v>
                </c:pt>
                <c:pt idx="8">
                  <c:v>52200</c:v>
                </c:pt>
                <c:pt idx="9">
                  <c:v>59063</c:v>
                </c:pt>
                <c:pt idx="10">
                  <c:v>61544</c:v>
                </c:pt>
                <c:pt idx="11">
                  <c:v>62137</c:v>
                </c:pt>
                <c:pt idx="12">
                  <c:v>69185</c:v>
                </c:pt>
                <c:pt idx="13">
                  <c:v>70164</c:v>
                </c:pt>
                <c:pt idx="14">
                  <c:v>68793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8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15300</c:v>
                </c:pt>
                <c:pt idx="1">
                  <c:v>17700</c:v>
                </c:pt>
                <c:pt idx="2">
                  <c:v>24700</c:v>
                </c:pt>
                <c:pt idx="3">
                  <c:v>12400</c:v>
                </c:pt>
                <c:pt idx="4">
                  <c:v>15600</c:v>
                </c:pt>
                <c:pt idx="5">
                  <c:v>15700</c:v>
                </c:pt>
                <c:pt idx="6">
                  <c:v>15700</c:v>
                </c:pt>
                <c:pt idx="7">
                  <c:v>15800</c:v>
                </c:pt>
                <c:pt idx="8">
                  <c:v>38100</c:v>
                </c:pt>
                <c:pt idx="9">
                  <c:v>13500</c:v>
                </c:pt>
                <c:pt idx="10">
                  <c:v>16000</c:v>
                </c:pt>
                <c:pt idx="11">
                  <c:v>16100</c:v>
                </c:pt>
                <c:pt idx="12">
                  <c:v>16200</c:v>
                </c:pt>
                <c:pt idx="13">
                  <c:v>18700</c:v>
                </c:pt>
                <c:pt idx="14">
                  <c:v>26100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6200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36800</c:v>
                </c:pt>
                <c:pt idx="12">
                  <c:v>0</c:v>
                </c:pt>
                <c:pt idx="13">
                  <c:v>0</c:v>
                </c:pt>
                <c:pt idx="14">
                  <c:v>6200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chasing?. Sample Community Services Ltd. Period: December 2025. Each source of money compared on what it raises and what it costs to raise. Pick a source and every chart, table row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sources. In December it cost: Grants 10¢, donations 17¢ and fundraising events 42¢ to raise each dollar. Cheapest to raise in December: grants (10¢ a dollar). Dearest: fundraising events (42¢).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Grants: $390,886 raised this financial year to date (72.3% of everything raised), $42,600 to raise it, so $348,286 left for programs: 11¢ per dollar. Most of the money, and usually the cheapest to raise, starting with grants that renew.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Donations: $106,600 raised this financial year to date (19.7% of everything raised), $16,300 to raise it, so $90,300 left for programs: 15¢ per dollar. Cheap and flexible (untied):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Fundraising events: $43,000 raised this financial year to date (8.0% of everything raised), $17,800 to raise it, so $25,200 left for programs: 41¢ per dollar. The dearest per dollar: worth measuring the new donors each event brings in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 year to date (Jul to Dec 2025), by 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December 2025. Each source of money compared on what it raises and what it costs to raise. Pick a source and every chart, table row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December 2025 (cents)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25374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33086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8292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December it cost: Grants 10¢, donations 17¢ and fundraising events 42¢ to raise each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325374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33086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358292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Cheapest to raise in December: grants (10¢ a dollar). Dearest: fundraising events (42¢). Events are worth counting for what else they bring too (new donors, profile).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Grants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Grants: $390,886 raised this financial year to date (72.3% of everything raised), $42,600 to raise it, so $348,286 left for programs: 11¢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Most of the money, and usually the cheapest to raise, starting with grants that renew.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Donations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Donations: $106,600 raised this financial year to date (19.7% of everything raised), $16,300 to raise it, so $90,300 left for programs: 15¢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 and flexible (untied): the money that builds reserves.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Fundraising events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events: $43,000 raised this financial year to date (8.0% of everything raised), $17,800 to raise it, so $25,200 left for programs: 41¢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dearest per dollar: worth measuring the new donors each event brings in too.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Financial year to date (Jul to Dec 2025), by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Raised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of raising it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Left after costs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per $1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$390,886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$42,600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$348,286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$106,600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$16,300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$90,300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15¢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$17,800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$25,200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