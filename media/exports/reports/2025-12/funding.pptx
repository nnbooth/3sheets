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December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December it cost: Grants 10¢, donations 17¢ and fundraising events 42¢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$390,886 raised this financial year to date (72.3% of everything raised), $42,600 to raise it, so $348,286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$106,600 raised this financial year to date (19.7% of everything raised), $16,300 to raise it, so $90,300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(8.0%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$540,486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Dec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$390,886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$348,286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