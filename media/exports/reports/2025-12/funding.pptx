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10</c:v>
                </c:pt>
                <c:pt idx="1">
                  <c:v>17</c:v>
                </c:pt>
                <c:pt idx="2">
                  <c:v>42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41900</c:v>
                </c:pt>
                <c:pt idx="1">
                  <c:v>49500</c:v>
                </c:pt>
                <c:pt idx="2">
                  <c:v>60600</c:v>
                </c:pt>
                <c:pt idx="3">
                  <c:v>75100</c:v>
                </c:pt>
                <c:pt idx="4">
                  <c:v>77300</c:v>
                </c:pt>
                <c:pt idx="5">
                  <c:v>70200</c:v>
                </c:pt>
                <c:pt idx="6">
                  <c:v>77200</c:v>
                </c:pt>
                <c:pt idx="7">
                  <c:v>77500</c:v>
                </c:pt>
                <c:pt idx="8">
                  <c:v>90300</c:v>
                </c:pt>
                <c:pt idx="9">
                  <c:v>72563</c:v>
                </c:pt>
                <c:pt idx="10">
                  <c:v>77544</c:v>
                </c:pt>
                <c:pt idx="11">
                  <c:v>115037</c:v>
                </c:pt>
                <c:pt idx="12">
                  <c:v>85385</c:v>
                </c:pt>
                <c:pt idx="13">
                  <c:v>88864</c:v>
                </c:pt>
                <c:pt idx="14">
                  <c:v>101093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33200</c:v>
                </c:pt>
                <c:pt idx="1">
                  <c:v>39900</c:v>
                </c:pt>
                <c:pt idx="2">
                  <c:v>47100</c:v>
                </c:pt>
                <c:pt idx="3">
                  <c:v>66400</c:v>
                </c:pt>
                <c:pt idx="4">
                  <c:v>68600</c:v>
                </c:pt>
                <c:pt idx="5">
                  <c:v>61500</c:v>
                </c:pt>
                <c:pt idx="6">
                  <c:v>68500</c:v>
                </c:pt>
                <c:pt idx="7">
                  <c:v>68800</c:v>
                </c:pt>
                <c:pt idx="8">
                  <c:v>78300</c:v>
                </c:pt>
                <c:pt idx="9">
                  <c:v>63263</c:v>
                </c:pt>
                <c:pt idx="10">
                  <c:v>68244</c:v>
                </c:pt>
                <c:pt idx="11">
                  <c:v>90537</c:v>
                </c:pt>
                <c:pt idx="12">
                  <c:v>76085</c:v>
                </c:pt>
                <c:pt idx="13">
                  <c:v>78664</c:v>
                </c:pt>
                <c:pt idx="14">
                  <c:v>86993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Which funding is worth chasing?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December 2025.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November 2025: Locked. November 2025 is locked (closed 2 Dec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December 2025: Locked. December 2025 is locked (closed 5 Jan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December 2025 (cents) · Source: All sources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In December it cost: Grants 10¢, donations 17¢ and fundraising events 42¢ to raise each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Cheapest to raise in December: grants (10¢ a dollar). Dearest: fundraising events (42¢).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Grants: $390,886 raised this financial year to date (72.3% of everything raised), $42,600 to raise it, so $348,286 left for programs: 11¢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Most of the money, and usually the cheapest to raise, starting with grants that renew.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Donations: $106,600 raised this financial year to date (19.7% of everything raised), $16,300 to raise it, so $90,300 left for programs: 15¢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Cheap and flexible (untied):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events: $43,000 raised this financial year to date (8.0% of everything raised), $17,800 to raise it, so $25,200 left for programs: 41¢ per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dearest per dollar: worth measuring the new donors each event brings in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Financial year to date (Jul to Dec 2025), by source · Every source at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/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$390,886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$348,286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$106,600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$16,300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$90,300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25342A"/>
                          </a:solidFill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>
                          <a:solidFill>
                            <a:srgbClr val="25342A"/>
                          </a:solidFill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Raised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Which funding is worth chasing?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Raised and left after costs, by month · Left after costs $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funding.pptx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