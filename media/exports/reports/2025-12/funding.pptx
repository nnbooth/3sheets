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December 2025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December it cost: Grants 10¢, donations 17¢ and fundraising events 42¢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December: grants (10¢ a dollar). Dearest: fundraising events (42¢).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$390,886 raised this financial year to date (72.3% of everything raised), $42,600 to raise it, so $348,286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$106,600 raised this financial year to date (19.7% of everything raised), $16,300 to raise it, so $90,300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(8.0%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Dec 2025),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$390,886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$348,286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