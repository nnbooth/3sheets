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Housing support</c:v>
                </c:pt>
                <c:pt idx="1">
                  <c:v>Emergency relief</c:v>
                </c:pt>
                <c:pt idx="2">
                  <c:v>Digital literacy</c:v>
                </c:pt>
                <c:pt idx="3">
                  <c:v>Youth outreach</c:v>
                </c:pt>
                <c:pt idx="4">
                  <c:v>Community meals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88.7</c:v>
                </c:pt>
                <c:pt idx="1">
                  <c:v>88.8</c:v>
                </c:pt>
                <c:pt idx="2">
                  <c:v>90.2</c:v>
                </c:pt>
                <c:pt idx="3">
                  <c:v>91.2</c:v>
                </c:pt>
                <c:pt idx="4">
                  <c:v>92.0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#,##0;[Red](#,##0)</c:formatCode>
                <c:ptCount val="15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December 2025.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December: 521; Couldn't reach, December: 55; Share reached, December: 90.5%. 521 people were helped in December, and 55 came to a program but couldn't be helped: 90.5% reached (target 90.0%), against 90.7% in November. Housing support reached the smallest share: 88.7% (12 couldn't be helped). The main reason: program at capacity (21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December 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December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December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495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December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51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December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90.5%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404422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307142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521 people were helped in December, and 55 came to a program but couldn't be helped: 90.5% reached (target 90.0%), against 90.7% in November.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reached the smallest share: 88.7% (12 couldn't be helped). The main reason: program at capacity (21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December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