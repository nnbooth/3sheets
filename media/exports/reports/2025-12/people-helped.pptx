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Emergency relief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Digital literacy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88.8</c:v>
                </c:pt>
                <c:pt idx="1">
                  <c:v>89.7</c:v>
                </c:pt>
                <c:pt idx="2">
                  <c:v>93.0</c:v>
                </c:pt>
                <c:pt idx="3">
                  <c:v>94.8</c:v>
                </c:pt>
                <c:pt idx="4">
                  <c:v>96.9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43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#,##0;[Red](#,##0)</c:formatCode>
                <c:ptCount val="15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December 2025. In short: 521 people helped in December; 43 couldn't be reached (92.4%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December: 521; Couldn't reach, December: 43; Share reached, December: 92.4%. 521 people were helped in December, and 43 came to a program but couldn't be helped: 92.4% reached (target 90.0%), against 90.5% in November. Emergency relief reached the smallest share: 88.8% (12 couldn't be helped). The main reason: waitlist (17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December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521 people helped in December; 43 couldn't be reached (92.4%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495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92.4%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123062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25782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521 people were helped in December, and 43 came to a program but couldn't be helped: 92.4% reached (target 90.0%), against 90.5% in November.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reached the smallest share: 88.8% (12 couldn't be helped). The main reason: waitlist (17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