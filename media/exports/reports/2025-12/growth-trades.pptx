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171009</c:v>
                </c:pt>
                <c:pt idx="1">
                  <c:v>179474</c:v>
                </c:pt>
                <c:pt idx="2">
                  <c:v>143156</c:v>
                </c:pt>
                <c:pt idx="3">
                  <c:v>140909</c:v>
                </c:pt>
                <c:pt idx="4">
                  <c:v>160943</c:v>
                </c:pt>
                <c:pt idx="5">
                  <c:v>135082</c:v>
                </c:pt>
                <c:pt idx="6">
                  <c:v>124705</c:v>
                </c:pt>
                <c:pt idx="7">
                  <c:v>129816</c:v>
                </c:pt>
                <c:pt idx="8">
                  <c:v>164113</c:v>
                </c:pt>
                <c:pt idx="9">
                  <c:v>186760</c:v>
                </c:pt>
                <c:pt idx="10">
                  <c:v>139164</c:v>
                </c:pt>
                <c:pt idx="11">
                  <c:v>128255</c:v>
                </c:pt>
                <c:pt idx="12">
                  <c:v>128898</c:v>
                </c:pt>
                <c:pt idx="13">
                  <c:v>174786</c:v>
                </c:pt>
                <c:pt idx="14">
                  <c:v>135079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24670</c:v>
                </c:pt>
                <c:pt idx="1">
                  <c:v>24670</c:v>
                </c:pt>
                <c:pt idx="2">
                  <c:v>24670</c:v>
                </c:pt>
                <c:pt idx="3">
                  <c:v>24670</c:v>
                </c:pt>
                <c:pt idx="4">
                  <c:v>27930</c:v>
                </c:pt>
                <c:pt idx="5">
                  <c:v>27930</c:v>
                </c:pt>
                <c:pt idx="6">
                  <c:v>27930</c:v>
                </c:pt>
                <c:pt idx="7">
                  <c:v>27930</c:v>
                </c:pt>
                <c:pt idx="8">
                  <c:v>31870</c:v>
                </c:pt>
                <c:pt idx="9">
                  <c:v>33200</c:v>
                </c:pt>
                <c:pt idx="10">
                  <c:v>33200</c:v>
                </c:pt>
                <c:pt idx="11">
                  <c:v>33200</c:v>
                </c:pt>
                <c:pt idx="12">
                  <c:v>35800</c:v>
                </c:pt>
                <c:pt idx="13">
                  <c:v>35800</c:v>
                </c:pt>
                <c:pt idx="14">
                  <c:v>35800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126300</c:v>
                </c:pt>
                <c:pt idx="1">
                  <c:v>131400</c:v>
                </c:pt>
                <c:pt idx="2">
                  <c:v>92600</c:v>
                </c:pt>
                <c:pt idx="3">
                  <c:v>89400</c:v>
                </c:pt>
                <c:pt idx="4">
                  <c:v>106000</c:v>
                </c:pt>
                <c:pt idx="5">
                  <c:v>86100</c:v>
                </c:pt>
                <c:pt idx="6">
                  <c:v>74900</c:v>
                </c:pt>
                <c:pt idx="7">
                  <c:v>80300</c:v>
                </c:pt>
                <c:pt idx="8">
                  <c:v>112700</c:v>
                </c:pt>
                <c:pt idx="9">
                  <c:v>135800</c:v>
                </c:pt>
                <c:pt idx="10">
                  <c:v>86200</c:v>
                </c:pt>
                <c:pt idx="11">
                  <c:v>75100</c:v>
                </c:pt>
                <c:pt idx="12">
                  <c:v>70800</c:v>
                </c:pt>
                <c:pt idx="13">
                  <c:v>113300</c:v>
                </c:pt>
                <c:pt idx="14">
                  <c:v>69700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20039</c:v>
                </c:pt>
                <c:pt idx="1">
                  <c:v>23404</c:v>
                </c:pt>
                <c:pt idx="2">
                  <c:v>25886</c:v>
                </c:pt>
                <c:pt idx="3">
                  <c:v>26839</c:v>
                </c:pt>
                <c:pt idx="4">
                  <c:v>27013</c:v>
                </c:pt>
                <c:pt idx="5">
                  <c:v>21052</c:v>
                </c:pt>
                <c:pt idx="6">
                  <c:v>21875</c:v>
                </c:pt>
                <c:pt idx="7">
                  <c:v>21586</c:v>
                </c:pt>
                <c:pt idx="8">
                  <c:v>19543</c:v>
                </c:pt>
                <c:pt idx="9">
                  <c:v>17760</c:v>
                </c:pt>
                <c:pt idx="10">
                  <c:v>19764</c:v>
                </c:pt>
                <c:pt idx="11">
                  <c:v>19955</c:v>
                </c:pt>
                <c:pt idx="12">
                  <c:v>22298</c:v>
                </c:pt>
                <c:pt idx="13">
                  <c:v>25686</c:v>
                </c:pt>
                <c:pt idx="14">
                  <c:v>29579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December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December against December last year: (5.6%); Year to date (Jul to Dec 2025): $892,942; Gross margin, year to date: 37.4%. Revenue is $892,942 this financial year to date (Jul to Dec 2025). Maintenance contracts make the highest gross margin (59.5%); Installations the lowest (27.6%). The business needs 45.8% gross margin just to cover overheads. Installations: 27.6% gross margin, 7.4 points under the 35.0% target: about $40,735 on $550,900 of revenue this financial year to date. It's below the 45.8% needed to cover overheads, too. Maintenance contracts: 59.5% gross margin, 24.5 points over the 35.0% target ($50,664 ahead on $207,000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December against December last year: 45.1%; Year to date (Jul to Dec 2025): $207,000; Gross margin, year to date: 59.5%. Maintenance contracts brought in $207,000 this financial year to date, at a 59.5% gross margin (above the 37.4% overall). Maintenance contracts: 59.5% gross margin, 24.5 points over the 35.0% target ($50,664 ahead on $207,000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December against December last year: (24.7%); Year to date (Jul to Dec 2025): $550,900; Gross margin, year to date: 27.6%. Installations brought in $550,900 this financial year to date, at a 27.6% gross margin (below the 37.4% overall). Installations: 27.6% gross margin, 7.4 points under the 35.0% target: about $40,735 on $550,900 of revenue this financial year to date. It's below the 45.8%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December against December last year: 14.3%; Year to date (Jul to Dec 2025): $135,042; Gross margin, year to date: 43.8%. Call-outs and repairs brought in $135,042 this financial year to date, at a 43.8% gross margin (above the 37.4% overall). Call-outs and repairs: 43.8% gross margin, 8.8 points over the 35.0% target ($11,825 ahead on $135,042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Dec 2025) against the same period last year · Trades. Same period last year: Not available: the data starts October 2024. From gross margin to profit: December's jobs made $50,453 gross margin (37.4%). Technician time not charged to jobs took $4,504 and overheads $57,350, leaving ($11,401) profit before tax ((8.4%) of revenue). To cover overheads, jobs need a 45.8%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against December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(5.6%)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$135,079 against $143,156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$892,942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37.4%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$334,284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4815840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$892,942 this financial year to date (Jul to Dec 2025). Maintenance contracts make the highest gross margin (59.5%); Installations the lowest (27.6%). The business needs 45.8%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4815840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27.6% gross margin, 7.4 points under the 35.0% target: about $40,735 on $550,900 of revenue this financial year to date. It's below the 45.8% needed to cover overheads, too. Maintenance contracts: 59.5% gross margin, 24.5 points over the 35.0% target ($50,664 ahead on $207,000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against December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$35,800 against $24,670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$207,000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$123,114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$207,000 this financial year to date, at a 59.5% gross margin (above the 37.4%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59.5% gross margin, 24.5 points over the 35.0% target ($50,664 ahead on $207,000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against December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(24.7%)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$69,700 against $92,600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$550,900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27.6%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$152,080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$550,900 this financial year to date, at a 27.6% gross margin (below the 37.4%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27.6% gross margin, 7.4 points under the 35.0% target: about $40,735 on $550,900 of revenue this financial year to date. It's below the 45.8% needed to cover overheads, too.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against December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$29,579 against $25,886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$135,042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$59,090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$135,042 this financial year to date, at a 43.8% gross margin (above the 37.4%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43.8% gross margin, 8.8 points over the 35.0% target ($11,825 ahead on $135,042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Dec 2025)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December's jobs made $50,453 gross margin (37.4%). Technician time not charged to jobs took $4,504 and overheads $57,350, leaving ($11,401) profit before tax ((8.4%) of revenue). To cover overheads, jobs need a 45.8%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$207,000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$123,114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$550,900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$152,080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27.6%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$135,042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$892,942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$334,284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37.4%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