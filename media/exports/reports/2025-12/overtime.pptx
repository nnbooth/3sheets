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4.0</c:v>
                </c:pt>
                <c:pt idx="1">
                  <c:v>11.0</c:v>
                </c:pt>
                <c:pt idx="2">
                  <c:v>11.0</c:v>
                </c:pt>
                <c:pt idx="3">
                  <c:v>12.0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T2</c:v>
                </c:pt>
                <c:pt idx="2">
                  <c:v>Technician T7</c:v>
                </c:pt>
                <c:pt idx="3">
                  <c:v>Technician T4</c:v>
                </c:pt>
                <c:pt idx="4">
                  <c:v>Technician T6</c:v>
                </c:pt>
                <c:pt idx="5">
                  <c:v>Technician T1</c:v>
                </c:pt>
                <c:pt idx="6">
                  <c:v>Technician T3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0.5</c:v>
                </c:pt>
                <c:pt idx="1">
                  <c:v>2.5</c:v>
                </c:pt>
                <c:pt idx="2">
                  <c:v>4.5</c:v>
                </c:pt>
                <c:pt idx="3">
                  <c:v>6.5</c:v>
                </c:pt>
                <c:pt idx="4">
                  <c:v>7.0</c:v>
                </c:pt>
                <c:pt idx="5">
                  <c:v>7.5</c:v>
                </c:pt>
                <c:pt idx="6">
                  <c:v>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92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December 2025.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December: 3.5%; Overtime hours, December: 38.0 h; December last year: 1.9%. Technicians worked 38.0 h of overtime in December, 3.5% of ordinary hours (target under 5.0%), against 3.9% in November. Over the last year it has gone from 1.9% to 3.5%. After-hours call-out is the main reason: 12.0 h, 31.6% of the overtime. Technician T3 carried the most (9.5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December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December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39.5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19.0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38.0 h of overtime in December, 3.5% of ordinary hours (target under 5.0%), against 3.9% in November. Over the last year it has gone from 1.9% to 3.5%.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12.0 h, 31.6% of the overtime. Technician T3 carried the most (9.5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