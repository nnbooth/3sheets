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December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December cost 14¢ to raise each dollar, against 11¢ in November. Fundraising events raised $6,200 and cost $2,600.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($42,600 of grant writing and reporting for $390,886).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($16,300 of donor campaigns for $106,600).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