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10</c:v>
                </c:pt>
                <c:pt idx="1">
                  <c:v>17</c:v>
                </c:pt>
                <c:pt idx="2">
                  <c:v>42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0"¢";[Red](0"¢")</c:formatCode>
                <c:ptCount val="15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0"¢";[Red](0"¢")</c:formatCode>
                <c:ptCount val="15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December 2025.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December · all fundraising: 14¢; Year to date (Jul to Dec 2025): 14¢. December cost 14¢ to raise each dollar, against 11¢ in November. Fundraising events raised $6,200 and cost $2,600.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December · Grants: 10¢; Year to date (Jul to Dec 2025): 11¢. Grants cost 11¢ to raise each dollar this financial year to date ($42,600 of grant writing and reporting for $390,886).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December · Donations: 17¢; Year to date (Jul to Dec 2025): 15¢. Donations cost 15¢ to raise each dollar this financial year to date ($16,300 of donor campaigns for $106,600).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December · Fundraising events: 42¢; Year to date (Jul to Dec 2025):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December 2025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57962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0880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December cost 14¢ to raise each dollar, against 11¢ in November. Fundraising events raised $6,200 and cost $2,600.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57962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6344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90880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($42,600 of grant writing and reporting for $390,886).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17¢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17¢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($16,300 of donor campaigns for $106,600).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Dec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