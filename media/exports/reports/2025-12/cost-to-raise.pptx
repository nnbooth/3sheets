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10</c:v>
                </c:pt>
                <c:pt idx="1">
                  <c:v>17</c:v>
                </c:pt>
                <c:pt idx="2">
                  <c:v>42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0"¢";[Red](0"¢")</c:formatCode>
                <c:ptCount val="15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December 2025.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November 2025: Locked. November 2025 is locked (closed 2 Dec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December 2025: Locked. December 2025 is locked (closed 5 Jan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December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14¢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November 11¢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Dec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December 2025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December cost 14¢ to raise each dollar, against 11¢ in November. Fundraising events raised $6,200 and cost $2,600. This financial year to date it has cost 14¢ a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December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November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Dec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 cost 11¢ to raise each dollar this financial year to date ($42,600 of grant writing and reporting for $390,886).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December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17¢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November 17¢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Dec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 cost 15¢ to raise each dollar this financial year to date ($16,300 of donor campaigns for $106,600).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December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42¢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November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Dec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