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Community meals</c:v>
                </c:pt>
                <c:pt idx="1">
                  <c:v>Youth outreach</c:v>
                </c:pt>
                <c:pt idx="2">
                  <c:v>Mental health first aid</c:v>
                </c:pt>
                <c:pt idx="3">
                  <c:v>Volunteer coordinator</c:v>
                </c:pt>
                <c:pt idx="4">
                  <c:v>Digital literacy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103.5</c:v>
                </c:pt>
                <c:pt idx="1">
                  <c:v>112.0</c:v>
                </c:pt>
                <c:pt idx="2">
                  <c:v>123.0</c:v>
                </c:pt>
                <c:pt idx="3">
                  <c:v>134.0</c:v>
                </c:pt>
                <c:pt idx="4">
                  <c:v>172.5</c:v>
                </c:pt>
                <c:pt idx="5">
                  <c:v>174.0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#,##0;[Red](#,##0)</c:formatCode>
                <c:ptCount val="21"/>
                <c:pt idx="0">
                  <c:v>317.5</c:v>
                </c:pt>
                <c:pt idx="1">
                  <c:v>392.0</c:v>
                </c:pt>
                <c:pt idx="2">
                  <c:v>363.5</c:v>
                </c:pt>
                <c:pt idx="3">
                  <c:v>399.0</c:v>
                </c:pt>
                <c:pt idx="4">
                  <c:v>422.0</c:v>
                </c:pt>
                <c:pt idx="5">
                  <c:v>451.5</c:v>
                </c:pt>
                <c:pt idx="6">
                  <c:v>445.0</c:v>
                </c:pt>
                <c:pt idx="7">
                  <c:v>513.0</c:v>
                </c:pt>
                <c:pt idx="8">
                  <c:v>529.0</c:v>
                </c:pt>
                <c:pt idx="9">
                  <c:v>586.0</c:v>
                </c:pt>
                <c:pt idx="10">
                  <c:v>560.5</c:v>
                </c:pt>
                <c:pt idx="11">
                  <c:v>625.5</c:v>
                </c:pt>
                <c:pt idx="12">
                  <c:v>669.5</c:v>
                </c:pt>
                <c:pt idx="13">
                  <c:v>626.5</c:v>
                </c:pt>
                <c:pt idx="14">
                  <c:v>683.0</c:v>
                </c:pt>
                <c:pt idx="15">
                  <c:v>711.5</c:v>
                </c:pt>
                <c:pt idx="16">
                  <c:v>700.0</c:v>
                </c:pt>
                <c:pt idx="17">
                  <c:v>772.0</c:v>
                </c:pt>
                <c:pt idx="18">
                  <c:v>794.5</c:v>
                </c:pt>
                <c:pt idx="19">
                  <c:v>811.0</c:v>
                </c:pt>
                <c:pt idx="20">
                  <c:v>819.0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June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June: 819.0 h; Volunteers who did a shift, June: 58; Hours per volunteer, June: 14.1 h; June last year: 529.0 h. 58 volunteers gave 819.0 h in June, against 811.0 h in May. Housing support drew the most (174.0 h, 21.2%). Community meals had the fewest volunteer hours (103.5 h). Hours are up 54.8% on June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819.0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811.0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14.1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529.0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36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 volunteers gave 819.0 h in June, against 811.0 h in May. Housing support drew the most (174.0 h, 21.2%).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had the fewest volunteer hours (103.5 h). Hours are up 54.8% on June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