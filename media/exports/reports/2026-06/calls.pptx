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92</c:v>
                </c:pt>
                <c:pt idx="1">
                  <c:v>187</c:v>
                </c:pt>
                <c:pt idx="2">
                  <c:v>161</c:v>
                </c:pt>
                <c:pt idx="3">
                  <c:v>126</c:v>
                </c:pt>
                <c:pt idx="4">
                  <c:v>150</c:v>
                </c:pt>
                <c:pt idx="5">
                  <c:v>121</c:v>
                </c:pt>
                <c:pt idx="6">
                  <c:v>137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  <c:pt idx="14">
                  <c:v>725</c:v>
                </c:pt>
                <c:pt idx="15">
                  <c:v>756</c:v>
                </c:pt>
                <c:pt idx="16">
                  <c:v>763</c:v>
                </c:pt>
                <c:pt idx="17">
                  <c:v>774</c:v>
                </c:pt>
                <c:pt idx="18">
                  <c:v>751</c:v>
                </c:pt>
                <c:pt idx="19">
                  <c:v>781</c:v>
                </c:pt>
                <c:pt idx="20">
                  <c:v>974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June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June: 974; Answered while staffed, June: 79.4%; Calls outside staffed hours, June: 48.0%; Median wait when answered, June: 83 sec. 974 calls for help came in during June. While the line was staffed, 79.4% were answered (target 90.0%); 48.0% of all calls came outside staffed hours and went to voicemail. The busiest time was 5 to 8pm (187 calls). 187 calls came between 5 and 8pm, when no-one is on the line. 104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781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468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June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83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402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974 calls for help came in during June. While the line was staffed, 79.4% were answered (target 90.0%); 48.0% of all calls came outside staffed hours and went to voicemail. The busiest time was 5 to 8pm (187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187 calls came between 5 and 8pm, when no-one is on the line. 104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