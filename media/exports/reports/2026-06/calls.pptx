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Calls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dPt>
            <c:idx val="6"/>
            <c:spPr>
              <a:solidFill>
                <a:srgbClr val="0E9F6E"/>
              </a:solidFill>
            </c:spPr>
          </c:dPt>
          <c:cat>
            <c:strRef>
              <c:f>Sheet1!$A$2:$A$8</c:f>
              <c:strCache>
                <c:ptCount val="7"/>
                <c:pt idx="0">
                  <c:v>After 8pm</c:v>
                </c:pt>
                <c:pt idx="1">
                  <c:v>5 to 8pm</c:v>
                </c:pt>
                <c:pt idx="2">
                  <c:v>2 to 5pm</c:v>
                </c:pt>
                <c:pt idx="3">
                  <c:v>Noon to 2pm</c:v>
                </c:pt>
                <c:pt idx="4">
                  <c:v>10am to noon</c:v>
                </c:pt>
                <c:pt idx="5">
                  <c:v>8:30 to 10am</c:v>
                </c:pt>
                <c:pt idx="6">
                  <c:v>Before 8:30am</c:v>
                </c:pt>
              </c:strCache>
            </c:strRef>
          </c:cat>
          <c:val>
            <c:numRef>
              <c:f>Sheet1!$B$2:$B$8</c:f>
              <c:numCache>
                <c:formatCode>#,##0;[Red](#,##0)</c:formatCode>
                <c:ptCount val="7"/>
                <c:pt idx="0">
                  <c:v>99</c:v>
                </c:pt>
                <c:pt idx="1">
                  <c:v>170</c:v>
                </c:pt>
                <c:pt idx="2">
                  <c:v>161</c:v>
                </c:pt>
                <c:pt idx="3">
                  <c:v>122</c:v>
                </c:pt>
                <c:pt idx="4">
                  <c:v>145</c:v>
                </c:pt>
                <c:pt idx="5">
                  <c:v>120</c:v>
                </c:pt>
                <c:pt idx="6">
                  <c:v>134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95.49999999999997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Calls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Sheet1!$A$2:$A$22</c:f>
              <c:strCache>
                <c:ptCount val="21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</c:strCache>
            </c:strRef>
          </c:cat>
          <c:val>
            <c:numRef>
              <c:f>Sheet1!$B$2:$B$22</c:f>
              <c:numCache>
                <c:formatCode>#,##0;[Red](#,##0)</c:formatCode>
                <c:ptCount val="21"/>
                <c:pt idx="0">
                  <c:v>685</c:v>
                </c:pt>
                <c:pt idx="1">
                  <c:v>633</c:v>
                </c:pt>
                <c:pt idx="2">
                  <c:v>684</c:v>
                </c:pt>
                <c:pt idx="3">
                  <c:v>690</c:v>
                </c:pt>
                <c:pt idx="4">
                  <c:v>664</c:v>
                </c:pt>
                <c:pt idx="5">
                  <c:v>685</c:v>
                </c:pt>
                <c:pt idx="6">
                  <c:v>629</c:v>
                </c:pt>
                <c:pt idx="7">
                  <c:v>724</c:v>
                </c:pt>
                <c:pt idx="8">
                  <c:v>820</c:v>
                </c:pt>
                <c:pt idx="9">
                  <c:v>909</c:v>
                </c:pt>
                <c:pt idx="10">
                  <c:v>826</c:v>
                </c:pt>
                <c:pt idx="11">
                  <c:v>756</c:v>
                </c:pt>
                <c:pt idx="12">
                  <c:v>770</c:v>
                </c:pt>
                <c:pt idx="13">
                  <c:v>746</c:v>
                </c:pt>
                <c:pt idx="14">
                  <c:v>776</c:v>
                </c:pt>
                <c:pt idx="15">
                  <c:v>726</c:v>
                </c:pt>
                <c:pt idx="16">
                  <c:v>678</c:v>
                </c:pt>
                <c:pt idx="17">
                  <c:v>865</c:v>
                </c:pt>
                <c:pt idx="18">
                  <c:v>731</c:v>
                </c:pt>
                <c:pt idx="19">
                  <c:v>757</c:v>
                </c:pt>
                <c:pt idx="20">
                  <c:v>951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#,##0;[Red](#,##0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do calls for help come in, and are we there to answer?. Sample Community Services Ltd. Period: June 2026. Every call to the help line: when it came in, whether someone answered, and how long the caller waited. The line is staffed 8:30am to 5pm on working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do calls for help come in, and are we there to answer?. Calls for help, June: 951; Answered while staffed, June: 77.9%; Calls outside staffed hours, June: 48.7%; Median wait when answered, June: 78 sec. 951 calls for help came in during June. While the line was staffed, 77.9% were answered (target 90.0%); 48.7% of all calls came outside staffed hours and went to voicemail. The busiest time was 5 to 8pm (170 calls). 170 calls came between 5 and 8pm, when no-one is on the line. 108 callers hung up waiting while the line was staffed.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Calls for help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When do calls for help come in, and are we there to answer?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June 2026. Every call to the help line: when it came in, whether someone answered, and how long the caller waited. The line is staffed 8:30am to 5pm on working days.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May 2026: Locked. May 2026 is locked (closed 2 Jun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June 2026: Locked. June 2026 is locked (closed 2 Jul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11:41pm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When do calls for help come in, and are we there to answer?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When do calls for help come in, and are we there to answer?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When the calls come in, June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Calls for help, June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951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May 757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3673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3470833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Answered while staffed, June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0833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77.9%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0833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90.0%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347307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Calls outside staffed hours, June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48.7%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463 calls to voicemail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86621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9223781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Median wait when answered, June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3781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78 sec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3781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380 answered calls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457200" y="2604516"/>
          <a:ext cx="11277295" cy="2318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Rectangle 22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951 calls for help came in during June. While the line was staffed, 77.9% were answered (target 90.0%); 48.7% of all calls came outside staffed hours and went to voicemail. The busiest time was 5 to 8pm (170 calls).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170 calls came between 5 and 8pm, when no-one is on the line. 108 callers hung up waiting while the line was staffed.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calls.pptx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11:41pm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Calls for help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When do calls for help come in, and are we there to answer?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11:41pm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