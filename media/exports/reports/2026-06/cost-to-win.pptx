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  <c:pt idx="20">
                  <c:v>215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#,##0;[Red](#,##0)</c:formatCode>
                <c:ptCount val="21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  <c:pt idx="13">
                  <c:v>37</c:v>
                </c:pt>
                <c:pt idx="14">
                  <c:v>45</c:v>
                </c:pt>
                <c:pt idx="15">
                  <c:v>44</c:v>
                </c:pt>
                <c:pt idx="16">
                  <c:v>39</c:v>
                </c:pt>
                <c:pt idx="17">
                  <c:v>37</c:v>
                </c:pt>
                <c:pt idx="18">
                  <c:v>35</c:v>
                </c:pt>
                <c:pt idx="19">
                  <c:v>36</c:v>
                </c:pt>
                <c:pt idx="20">
                  <c:v>39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June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$233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June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32 new customers from $8,400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39 new customers came from $8,400 of marketing in June, against 36 from $8,400 in May: $215 each, down from $233.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