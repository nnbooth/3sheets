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June 2026.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June 2026: $215; June last year: $263; Year to date (Jul to Jun 2026): $228. 39 new customers came from $8,400 of marketing in June, against 36 from $8,400 in May: $215 each, down from $233.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$233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32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39 new customers came from $8,400 of marketing in June, against 36 from $8,400 in May: $215 each, down from $233.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