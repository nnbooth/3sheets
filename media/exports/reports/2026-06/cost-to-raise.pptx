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99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0"¢";[Red](0"¢")</c:formatCode>
                <c:ptCount val="21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13</c:v>
                </c:pt>
                <c:pt idx="17">
                  <c:v>13</c:v>
                </c:pt>
                <c:pt idx="18">
                  <c:v>11</c:v>
                </c:pt>
                <c:pt idx="19">
                  <c:v>10</c:v>
                </c:pt>
                <c:pt idx="20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0"¢";[Red](0"¢")</c:formatCode>
                <c:ptCount val="21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13</c:v>
                </c:pt>
                <c:pt idx="20">
                  <c:v>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Sheet1!$A$2:$A$4</c:f>
              <c:strCache>
                <c:ptCount val="3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June 2026. In short: Each dollar raised cost 11¢ in June, and 13¢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June · all fundraising: 11¢; Year to date (Jul to Jun 2026): 13¢. June cost 11¢ to raise each dollar, against 10¢ in May. This financial year to date it has cost 13¢ a dollar.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June · Grants: 10¢; Year to date (Jul to Jun 2026): 11¢. Grants cost 11¢ to raise each dollar this financial year to date ($85,200 of grant writing and reporting for $770,082).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June · Donations: 14¢; Year to date (Jul to Jun 2026): 15¢. Donations cost 15¢ to raise each dollar this financial year to date ($32,800 of donor campaigns for $225,900).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June · Fundraising events: –; Year to date (Jul to Jun 2026): 41¢. Fundraising events cost 41¢ to raise each dollar this financial year to date ($17,800 of event costs for $43,000).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In short: Each dollar raised cost 11¢ in June, and 13¢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June 2026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June cost 11¢ to raise each dollar, against 10¢ in May. This financial year to date it has cost 13¢ a dollar.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11¢ to raise each dollar this financial year to date ($85,200 of grant writing and reporting for $770,082).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13¢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15¢ to raise each dollar this financial year to date ($32,800 of donor campaigns for $225,900).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($17,800 of event costs for $43,000).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