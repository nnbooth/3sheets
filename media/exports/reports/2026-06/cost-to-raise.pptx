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0"¢";[Red](0"¢")</c:formatCode>
                <c:ptCount val="21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0"¢";[Red](0"¢")</c:formatCode>
                <c:ptCount val="21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  <c:pt idx="20">
                  <c:v>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June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June · all fundraising: 11¢; Year to date (Jul to Jun 2026): 13¢. June cost 11¢ to raise each dollar, against 10¢ in May. This financial year to date it has cost 13¢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June · Grants: 10¢; Year to date (Jul to Jun 2026): 11¢. Grants cost 11¢ to raise each dollar this financial year to date ($85,200 of grant writing and reporting for $770,082).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June · Donations: 14¢; Year to date (Jul to Jun 2026): 15¢. Donations cost 15¢ to raise each dollar this financial year to date ($32,800 of donor campaigns for $225,900).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June · Fundraising events: –; Year to date (Jul to Jun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June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June cost 11¢ to raise each dollar, against 10¢ in May. This financial year to date it has cost 13¢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($85,200 of grant writing and reporting for $770,082).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($32,800 of donor campaigns for $225,900).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