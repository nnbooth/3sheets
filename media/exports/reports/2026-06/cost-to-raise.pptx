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0"¢";[Red](0"¢")</c:formatCode>
                <c:ptCount val="21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June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May 2026: Locked. May 2026 is locked (closed 2 Jun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June 2026: Locked. June 2026 is locked (closed 2 Jul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June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May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Jun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June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June cost 11¢ to raise each dollar, against 10¢ in May. This financial year to date it has cost 13¢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June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May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Jun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11¢ to raise each dollar this financial year to date ($85,200 of grant writing and reporting for $770,082).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June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14¢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May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Jun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15¢ to raise each dollar this financial year to date ($32,800 of donor campaigns for $225,900).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June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May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Jun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