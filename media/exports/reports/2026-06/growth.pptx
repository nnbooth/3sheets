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  <c:pt idx="17">
                  <c:v>109865</c:v>
                </c:pt>
                <c:pt idx="18">
                  <c:v>80590</c:v>
                </c:pt>
                <c:pt idx="19">
                  <c:v>77090</c:v>
                </c:pt>
                <c:pt idx="20">
                  <c:v>115550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  <c:pt idx="17">
                  <c:v>75165</c:v>
                </c:pt>
                <c:pt idx="18">
                  <c:v>47090</c:v>
                </c:pt>
                <c:pt idx="19">
                  <c:v>43590</c:v>
                </c:pt>
                <c:pt idx="20">
                  <c:v>76650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28300</c:v>
                </c:pt>
                <c:pt idx="20">
                  <c:v>32500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  <c:pt idx="17">
                  <c:v>6400</c:v>
                </c:pt>
                <c:pt idx="18">
                  <c:v>5200</c:v>
                </c:pt>
                <c:pt idx="19">
                  <c:v>5200</c:v>
                </c:pt>
                <c:pt idx="20">
                  <c:v>6400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June against June last year: 5.5%; Year to date (Jul to Jun 2026): $1,945,707; Gross margin, year to date: 37.8%. Revenue is $1,945,707 this financial year to date (Jul to Jun 2026). Maintenance contracts make the highest gross margin (59.5%); Installations the lowest (28.4%). The business needs 35.6% gross margin just to cover overheads. Installations: 28.4% gross margin, 6.6 points under the 35.0% target: about $79,655 on $1,207,100 of revenue this financial year to date. It's below the 35.6% needed to cover overheads, too. Maintenance contracts: 59.5% gross margin, 24.5 points over the 35.0% target ($106,951 ahead on $436,300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June against June last year: 27.1%; Year to date (Jul to Jun 2026): $436,300; Gross margin, year to date: 59.5%. Maintenance contracts brought in $436,300 this financial year to date, at a 59.5% gross margin (above the 37.8% overall). Maintenance contracts: 59.5% gross margin, 24.5 points over the 35.0% target ($106,951 ahead on $436,300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June against June last year: (8.4%); Year to date (Jul to Jun 2026): $1,207,100; Gross margin, year to date: 28.4%. Installations brought in $1,207,100 this financial year to date, at a 28.4% gross margin (below the 37.8% overall). Installations: 28.4% gross margin, 6.6 points under the 35.0% target: about $79,655 on $1,207,100 of revenue this financial year to date. It's below the 35.6%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June against June last year: 50.8%; Year to date (Jul to Jun 2026): $302,307; Gross margin, year to date: 43.8%. Call-outs and repairs brought in $302,307 this financial year to date, at a 43.8% gross margin (above the 37.8% overall). Call-outs and repairs: 43.8% gross margin, 8.8 points over the 35.0% target ($26,660 ahead on $302,307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Jun 2026) against the same period last year · Trades. Same period last year: Not available: the data starts October 2024. From gross margin to profit: June's jobs made $66,663 gross margin (38.5%). Technician time not charged to jobs took $2,410 and overheads $59,260, leaving $4,993 profit before tax (2.9% of revenue). To cover overheads, jobs need a 35.6%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June against June last year: 28.1%; Year to date (Jul to Jun 2026): $1,007,470; Gross margin, year to date: 63.6%. Revenue is $1,007,470 this financial year to date (Jul to Jun 2026). Training makes the highest gross margin (74.5%); Projects the lowest (61.3%). The business needs 51.0% gross margin just to cover overheads. Projects: 61.3% gross margin, 21.3 points over the 40.0% target ($134,082 ahead on $629,470 this financial year to date). Training: 74.5% gross margin, 34.5 points over the 40.0% target ($28,320 ahead on $82,200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June against June last year: 18.8%; Year to date (Jul to Jun 2026): $629,470; Gross margin, year to date: 61.3%. Projects brought in $629,470 this financial year to date, at a 61.3% gross margin (below the 63.6% overall). Projects: 61.3% gross margin, 21.3 points over the 40.0% target ($134,082 ahead on $629,470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June against June last year: 49.1%; Year to date (Jul to Jun 2026): $295,800; Gross margin, year to date: 65.4%. Retainers brought in $295,800 this financial year to date, at a 65.4% gross margin (above the 63.6% overall). Retainers: 65.4% gross margin, 25.4 points over the 40.0% target ($75,000 ahead on $295,800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June against June last year: 64.1%; Year to date (Jul to Jun 2026): $82,200; Gross margin, year to date: 74.5%. Training brought in $82,200 this financial year to date, at a 74.5% gross margin (above the 63.6% overall). Training: 74.5% gross margin, 34.5 points over the 40.0% target ($28,320 ahead on $82,200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Jun 2026) against the same period last year · Services. Same period last year: Not available: the data starts October 2024. From gross margin to profit: June's client work made $69,490 gross margin (60.1%). Consultant time not charged to client work took $6,840 and overheads $52,050, leaving $10,600 profit before tax (9.2% of revenue). To cover overheads, client work needs a 51.0%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$173,163 against $164,113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$1,945,707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$734,953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$1,945,707 this financial year to date (Jul to Jun 2026). Maintenance contracts make the highest gross margin (59.5%); Installations the lowest (28.4%). The business needs 35.6%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$79,655 on $1,207,100 of revenue this financial year to date. It's below the 35.6% needed to cover overheads, too. Maintenance contracts: 59.5% gross margin, 24.5 points over the 35.0% target ($106,951 ahead on $436,300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$31,870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$436,300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$259,656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$436,300 this financial year to date, at a 59.5% gross margin (above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($106,951 ahead on $436,300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$103,200 against $112,700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$1,207,100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$342,830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$1,207,100 this financial year to date, at a 28.4% gross margin (below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$79,655 on $1,207,100 of revenue this financial year to date. It's below the 35.6%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$29,463 against $19,543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$302,307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$132,467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$302,307 this financial year to date, at a 43.8% gross margin (above the 37.8%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43.8% gross margin, 8.8 points over the 35.0% target ($26,660 ahead on $302,307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Jun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jobs made $66,663 gross margin (38.5%). Technician time not charged to jobs took $2,410 and overheads $59,260, leaving $4,993 profit before tax (2.9% of revenue). To cover overheads, jobs need a 35.6%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$259,656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$1,207,100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$342,830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$302,307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$1,945,707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$734,953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$115,550 against $90,220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$1,007,470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$640,390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$1,007,470 this financial year to date (Jul to Jun 2026). Training makes the highest gross margin (74.5%); Projects the lowest (61.3%). The business needs 51.0%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($134,082 ahead on $629,470 this financial year to date). Training: 74.5% gross margin, 34.5 points over the 40.0% target ($28,320 ahead on $82,200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18.8%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$76,650 against $64,520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$629,470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$385,870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$629,470 this financial year to date, at a 61.3% gross margin (below the 63.6%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61.3% gross margin, 21.3 points over the 40.0% target ($134,082 ahead on $629,470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$21,800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$295,800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$193,320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$295,800 this financial year to date, at a 65.4% gross margin (above the 63.6%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65.4% gross margin, 25.4 points over the 40.0% target ($75,000 ahead on $295,800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$6,400 against $3,900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$82,200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$61,200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$82,200 this financial year to date, at a 74.5% gross margin (above the 63.6%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74.5% gross margin, 34.5 points over the 40.0% target ($28,320 ahead on $82,200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Jun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client work made $69,490 gross margin (60.1%). Consultant time not charged to client work took $6,840 and overheads $52,050, leaving $10,600 profit before tax (9.2% of revenue). To cover overheads, client work needs a 51.0%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$629,470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$385,870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$1,007,470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$640,390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