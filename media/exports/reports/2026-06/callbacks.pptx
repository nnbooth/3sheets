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0.0"%";[Red](0.0"%")</c:formatCode>
                <c:ptCount val="21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  <c:pt idx="20">
                  <c:v>56.1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Web form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53.0</c:v>
                </c:pt>
                <c:pt idx="1">
                  <c:v>59.4</c:v>
                </c:pt>
                <c:pt idx="2">
                  <c:v>62.5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June 2026.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June: 56.1%; Median wait, June: 99 min; Enquiries, June: 114. 56.1% of the 114 enquiries called back in June heard back within 2 working hours (target 80.0%), down from 58.2% in May. The median wait was 99 working minutes. 27 more enquiries would have needed a faster callback to reach the 80.0% target. Phone enquiries are the slowest: 53.0%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June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56.1%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May 58.2%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91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110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56.1% of the 114 enquiries called back in June heard back within 2 working hours (target 80.0%), down from 58.2% in May. The median wait was 99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27 more enquiries would have needed a faster callback to reach the 80.0% target. Phone enquiries are the slowest: 53.0%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