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Cost to raise a dollar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cat>
            <c:strRef>
              <c:f>Sheet1!$A$2:$A$3</c:f>
              <c:strCache>
                <c:ptCount val="2"/>
                <c:pt idx="0">
                  <c:v>Grants</c:v>
                </c:pt>
                <c:pt idx="1">
                  <c:v>Donations</c:v>
                </c:pt>
              </c:strCache>
            </c:strRef>
          </c:cat>
          <c:val>
            <c:numRef>
              <c:f>Sheet1!$B$2:$B$3</c:f>
              <c:numCache>
                <c:formatCode>0"¢";[Red](0"¢")</c:formatCode>
                <c:ptCount val="2"/>
                <c:pt idx="0">
                  <c:v>10</c:v>
                </c:pt>
                <c:pt idx="1">
                  <c:v>14</c:v>
                </c:pt>
              </c:numCache>
            </c:numRef>
          </c:val>
        </c:ser>
        <c:dLbls>
          <c:numFmt formatCode="0&quot;¢&quot;;[Red](0&quot;¢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6.099999999999998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Raised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Sheet1!$A$2:$A$22</c:f>
              <c:strCache>
                <c:ptCount val="21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</c:strCache>
            </c:strRef>
          </c:cat>
          <c:val>
            <c:numRef>
              <c:f>Sheet1!$B$2:$B$22</c:f>
              <c:numCache>
                <c:formatCode>$#,##0;[Red]($#,##0);"-"</c:formatCode>
                <c:ptCount val="21"/>
                <c:pt idx="0">
                  <c:v>26600</c:v>
                </c:pt>
                <c:pt idx="1">
                  <c:v>31800</c:v>
                </c:pt>
                <c:pt idx="2">
                  <c:v>29700</c:v>
                </c:pt>
                <c:pt idx="3">
                  <c:v>62700</c:v>
                </c:pt>
                <c:pt idx="4">
                  <c:v>61700</c:v>
                </c:pt>
                <c:pt idx="5">
                  <c:v>54500</c:v>
                </c:pt>
                <c:pt idx="6">
                  <c:v>61500</c:v>
                </c:pt>
                <c:pt idx="7">
                  <c:v>61700</c:v>
                </c:pt>
                <c:pt idx="8">
                  <c:v>52200</c:v>
                </c:pt>
                <c:pt idx="9">
                  <c:v>59063</c:v>
                </c:pt>
                <c:pt idx="10">
                  <c:v>61544</c:v>
                </c:pt>
                <c:pt idx="11">
                  <c:v>62137</c:v>
                </c:pt>
                <c:pt idx="12">
                  <c:v>69185</c:v>
                </c:pt>
                <c:pt idx="13">
                  <c:v>70164</c:v>
                </c:pt>
                <c:pt idx="14">
                  <c:v>68793</c:v>
                </c:pt>
                <c:pt idx="15">
                  <c:v>59785</c:v>
                </c:pt>
                <c:pt idx="16">
                  <c:v>55759</c:v>
                </c:pt>
                <c:pt idx="17">
                  <c:v>53806</c:v>
                </c:pt>
                <c:pt idx="18">
                  <c:v>66729</c:v>
                </c:pt>
                <c:pt idx="19">
                  <c:v>72245</c:v>
                </c:pt>
                <c:pt idx="20">
                  <c:v>70872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8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Raised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Sheet1!$A$2:$A$22</c:f>
              <c:strCache>
                <c:ptCount val="21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</c:strCache>
            </c:strRef>
          </c:cat>
          <c:val>
            <c:numRef>
              <c:f>Sheet1!$B$2:$B$22</c:f>
              <c:numCache>
                <c:formatCode>$#,##0;[Red]($#,##0);"-"</c:formatCode>
                <c:ptCount val="21"/>
                <c:pt idx="0">
                  <c:v>15300</c:v>
                </c:pt>
                <c:pt idx="1">
                  <c:v>17700</c:v>
                </c:pt>
                <c:pt idx="2">
                  <c:v>24700</c:v>
                </c:pt>
                <c:pt idx="3">
                  <c:v>12400</c:v>
                </c:pt>
                <c:pt idx="4">
                  <c:v>15600</c:v>
                </c:pt>
                <c:pt idx="5">
                  <c:v>15700</c:v>
                </c:pt>
                <c:pt idx="6">
                  <c:v>15700</c:v>
                </c:pt>
                <c:pt idx="7">
                  <c:v>15800</c:v>
                </c:pt>
                <c:pt idx="8">
                  <c:v>38100</c:v>
                </c:pt>
                <c:pt idx="9">
                  <c:v>13500</c:v>
                </c:pt>
                <c:pt idx="10">
                  <c:v>16000</c:v>
                </c:pt>
                <c:pt idx="11">
                  <c:v>16100</c:v>
                </c:pt>
                <c:pt idx="12">
                  <c:v>16200</c:v>
                </c:pt>
                <c:pt idx="13">
                  <c:v>18700</c:v>
                </c:pt>
                <c:pt idx="14">
                  <c:v>26100</c:v>
                </c:pt>
                <c:pt idx="15">
                  <c:v>13100</c:v>
                </c:pt>
                <c:pt idx="16">
                  <c:v>16400</c:v>
                </c:pt>
                <c:pt idx="17">
                  <c:v>16500</c:v>
                </c:pt>
                <c:pt idx="18">
                  <c:v>16600</c:v>
                </c:pt>
                <c:pt idx="19">
                  <c:v>16600</c:v>
                </c:pt>
                <c:pt idx="20">
                  <c:v>40100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Raised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Sheet1!$A$2:$A$22</c:f>
              <c:strCache>
                <c:ptCount val="21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</c:strCache>
            </c:strRef>
          </c:cat>
          <c:val>
            <c:numRef>
              <c:f>Sheet1!$B$2:$B$22</c:f>
              <c:numCache>
                <c:formatCode>$#,##0;[Red]($#,##0);"-"</c:formatCode>
                <c:ptCount val="21"/>
                <c:pt idx="0">
                  <c:v>0</c:v>
                </c:pt>
                <c:pt idx="1">
                  <c:v>0</c:v>
                </c:pt>
                <c:pt idx="2">
                  <c:v>6200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36800</c:v>
                </c:pt>
                <c:pt idx="12">
                  <c:v>0</c:v>
                </c:pt>
                <c:pt idx="13">
                  <c:v>0</c:v>
                </c:pt>
                <c:pt idx="14">
                  <c:v>6200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funding is worth chasing?. Sample Community Services Ltd. Period: June 2026. Each source of money compared on what it raises and what it costs to raise. Pick a source and every chart, table row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sources. In June it cost: Grants 10¢, donations 14¢ to raise each dollar. Cheapest to raise in June: grants (10¢ a dollar). Dearest: donations (14¢). Events are worth counting for what else they bring too (new donors, profile).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Grants. Grants: $770,082 raised this financial year to date (74.1% of everything raised), $85,200 to raise it, so $684,882 left for programs: 11¢ per dollar. Most of the money, and usually the cheapest to raise, starting with grants that renew.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Donations. Donations: $225,900 raised this financial year to date (21.7% of everything raised), $32,800 to raise it, so $193,100 left for programs: 15¢ per dollar. Cheap and flexible (untied): the money that builds reserves.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Fundraising events. Fundraising events: $43,000 raised this financial year to date (4.1% of everything raised), $17,800 to raise it, so $25,200 left for programs: 41¢ per dollar. The dearest per dollar: worth measuring the new donors each event brings in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Financial year to date (Jul to Jun 2026), by source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funding is worth chasing?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June 2026. Each source of money compared on what it raises and what it costs to raise. Pick a source and every chart, table row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May 2026: Locked. May 2026 is locked (closed 2 Jun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June 2026: Locked. June 2026 is locked (closed 2 Jul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All 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source, June 2026 (cents)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14996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2869692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2924556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98876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 June it cost: Grants 10¢, donations 14¢ to raise each dollar.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2869692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2924556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3198876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Cheapest to raise in June: grants (10¢ a dollar). Dearest: donations (14¢). Events are worth counting for what else they bring too (new donors, profile).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Grants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Raised and left after costs, by month · Grants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842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Grants: $770,082 raised this financial year to date (74.1% of everything raised), $85,200 to raise it, so $684,882 left for programs: 11¢ per dollar.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Most of the money, and usually the cheapest to raise, starting with grants that renew.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Donations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Raised and left after costs, by month · Donations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842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Donations: $225,900 raised this financial year to date (21.7% of everything raised), $32,800 to raise it, so $193,100 left for programs: 15¢ per dollar.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Cheap and flexible (untied): the money that builds reserves.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Fundraising events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Raised and left after costs, by month · Fundraising events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842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Fundraising events: $43,000 raised this financial year to date (4.1% of everything raised), $17,800 to raise it, so $25,200 left for programs: 41¢ per dollar.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dearest per dollar: worth measuring the new donors each event brings in too.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Financial year to date (Jul to Jun 2026), by source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Raised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Cost of raising it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Left after costs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Cost per $1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Grants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$770,082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$85,200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$684,882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11¢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Donations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$225,900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$32,800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$193,100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15¢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Fundraising events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$43,000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$17,800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$25,200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41¢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