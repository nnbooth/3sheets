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June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May 2026: Locked. May 2026 is locked (closed 2 Jun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June 2026: Locked. June 2026 is locked (closed 2 Jul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June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June it cost: Grants 10¢, donations 14¢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June: grants (10¢ a dollar). Dearest: donations (14¢).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$770,082 raised this financial year to date (74.1% of everything raised), $85,200 to raise it, so $684,882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$225,900 raised this financial year to date (21.7% of everything raised), $32,800 to raise it, so $193,100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$43,000 raised this financial year to date (4.1%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to Jun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$770,082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$85,200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$684,882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$225,900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$193,100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