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36.2</c:v>
                </c:pt>
                <c:pt idx="1">
                  <c:v>49.1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Installation 4, June</c:v>
                </c:pt>
                <c:pt idx="1">
                  <c:v>Installation 2, June</c:v>
                </c:pt>
                <c:pt idx="2">
                  <c:v>Installation 5, June</c:v>
                </c:pt>
                <c:pt idx="3">
                  <c:v>Installation 1, June</c:v>
                </c:pt>
                <c:pt idx="4">
                  <c:v>Installation 3, June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35.8</c:v>
                </c:pt>
                <c:pt idx="1">
                  <c:v>35.9</c:v>
                </c:pt>
                <c:pt idx="2">
                  <c:v>36.1</c:v>
                </c:pt>
                <c:pt idx="3">
                  <c:v>36.6</c:v>
                </c:pt>
                <c:pt idx="4">
                  <c:v>37.1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1.63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1.5-hour call-outs (8)</c:v>
                </c:pt>
                <c:pt idx="1">
                  <c:v>1-hour call-outs (6)</c:v>
                </c:pt>
                <c:pt idx="2">
                  <c:v>2-hour call-outs (13)</c:v>
                </c:pt>
                <c:pt idx="3">
                  <c:v>2.5-hour call-outs (5)</c:v>
                </c:pt>
                <c:pt idx="4">
                  <c:v>3-hour call-outs (11)</c:v>
                </c:pt>
                <c:pt idx="5">
                  <c:v>4-hour call-outs (14)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44.5</c:v>
                </c:pt>
                <c:pt idx="1">
                  <c:v>44.9</c:v>
                </c:pt>
                <c:pt idx="2">
                  <c:v>46.1</c:v>
                </c:pt>
                <c:pt idx="3">
                  <c:v>48.6</c:v>
                </c:pt>
                <c:pt idx="4">
                  <c:v>51.0</c:v>
                </c:pt>
                <c:pt idx="5">
                  <c:v>51.8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5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0.0"%";[Red](0.0"%")</c:formatCode>
                <c:ptCount val="21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  <c:pt idx="20">
                  <c:v>44.8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June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June's jobs made $86,532 gross margin (44.8%). Technician time not charged to jobs took $27,397 and overheads $59,260, leaving ($125) profit before tax ((0.1%) of revenue). To cover overheads, jobs need a 44.9%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June · All jobs: 44.8%; Job gross margin, May · All jobs: 45.2%; Gross margin jobs need to break even: 44.9%. In June maintenance contracts made a 63.9% job gross margin, installations made a 36.2% job gross margin, call-outs and repairs made a 49.1% job gross margin (technician time at $68 an hour, wages and all on-costs). Jobs need 44.9% just to cover overheads. Installations: 36.2% gross margin, 1.2 points over the 35.0% target ($1,348 ahead on $115,600 in June). Maintenance contracts: 63.9% gross margin, 28.9 points over the 35.0% target ($13,094 ahead on $45,350 in June).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June · Maintenance contracts: 63.9%; Job gross margin, May · Maintenance contracts: 63.9%; Gross margin jobs need to break even: 44.9%.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June). All maintenance contracts: 63.9% gross margin, 28.9 points over the 35.0% target ($13,094 ahead on $45,350 in June).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June 2026. The month's fee less materials and technician time at $68/hour. Target 35.0% is what to price for; break-even 44.9%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June · Installations: 36.2%; Job gross margin, May · Installations: 35.9%; Gross margin jobs need to break even: 44.9%. 0 of the 5 installation jobs invoiced in June made less than the 35.0% job gross margin target. The Installation 4, June made a 35.8% job gross margin: 58.0 h of technician time ($3,944) and $1,200 of subcontractors on a $16,900 job. Jobs need 44.9% gross margin just to cover overheads. Every installation cleared the 35.0% target. Most profitable: Installation 3, June (37.1%).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June · Call-outs and repairs: 49.1%; Job gross margin, May · Call-outs and repairs: 48.6%; Gross margin jobs need to break even: 44.9%; Technician time charged, June: $23,723; Materials charged, June: $8,359. 57 call-outs in June billed $23,723 of technician time and $8,359 of materials ($6,430 at cost plus 30%), and made a 49.1% job gross margin between them. Gross margins run from 44.5% to 51.8% by length: the hourly rate covers technician time comfortably, so the gross margin mostly moves with how much material goes on the van. All call-outs: 49.1% gross margin, 14.1 points over the 35.0% target ($4,529 ahead on $32,082 in June).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June's jobs made $86,532 gross margin (44.8%). Technician time not charged to jobs took $27,397 and overheads $59,260, leaving ($125) profit before tax ((0.1%) of revenue). To cover overheads, jobs need a 44.9%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$86,532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$79,587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$52,190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$27,397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$193,032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(0.1%)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June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36895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39615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June maintenance contracts made a 63.9% job gross margin, installations made a 36.2% job gross margin, call-outs and repairs made a 49.1% job gross margin (technician time at $68 an hour, wages and all on-costs). Jobs need 44.9%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36.2% gross margin, 1.2 points over the 35.0% target ($1,348 ahead on $115,600 in June). Maintenance contracts: 63.9% gross margin, 28.9 points over the 35.0% target ($13,094 ahead on $45,350 in June).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June). All maintenance contracts: 63.9% gross margin, 28.9 points over the 35.0% target ($13,094 ahead on $45,350 in June).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44.9%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98044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00764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27399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7671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5 installation jobs invoiced in June made less than the 35.0% job gross margin target. The Installation 4, June made a 35.8% job gross margin: 58.0 h of technician time ($3,944) and $1,200 of subcontractors on a $16,900 job. Jobs need 44.9%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Installation 3, June (37.1%).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June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$23,723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73.9%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June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$8,359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$6,430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83414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6134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70442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73162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 call-outs in June billed $23,723 of technician time and $8,359 of materials ($6,430 at cost plus 30%), and made a 49.1% job gross margin between them. Gross margins run from 44.5% to 51.8%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49.1% gross margin, 14.1 points over the 35.0% target ($4,529 ahead on $32,082 in June).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