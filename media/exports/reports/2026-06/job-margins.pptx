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36.2</c:v>
                </c:pt>
                <c:pt idx="1">
                  <c:v>49.1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Installation J-2523</c:v>
                </c:pt>
                <c:pt idx="1">
                  <c:v>Installation J-2521</c:v>
                </c:pt>
                <c:pt idx="2">
                  <c:v>Installation J-2524</c:v>
                </c:pt>
                <c:pt idx="3">
                  <c:v>Installation J-2520</c:v>
                </c:pt>
                <c:pt idx="4">
                  <c:v>Installation J-2522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35.8</c:v>
                </c:pt>
                <c:pt idx="1">
                  <c:v>35.9</c:v>
                </c:pt>
                <c:pt idx="2">
                  <c:v>36.1</c:v>
                </c:pt>
                <c:pt idx="3">
                  <c:v>36.6</c:v>
                </c:pt>
                <c:pt idx="4">
                  <c:v>37.1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6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1.5-hour call-outs (8)</c:v>
                </c:pt>
                <c:pt idx="1">
                  <c:v>1-hour call-outs (6)</c:v>
                </c:pt>
                <c:pt idx="2">
                  <c:v>2-hour call-outs (13)</c:v>
                </c:pt>
                <c:pt idx="3">
                  <c:v>2.5-hour call-outs (5)</c:v>
                </c:pt>
                <c:pt idx="4">
                  <c:v>3-hour call-outs (11)</c:v>
                </c:pt>
                <c:pt idx="5">
                  <c:v>4-hour call-outs (14)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44.5</c:v>
                </c:pt>
                <c:pt idx="1">
                  <c:v>44.9</c:v>
                </c:pt>
                <c:pt idx="2">
                  <c:v>46.1</c:v>
                </c:pt>
                <c:pt idx="3">
                  <c:v>48.6</c:v>
                </c:pt>
                <c:pt idx="4">
                  <c:v>51.0</c:v>
                </c:pt>
                <c:pt idx="5">
                  <c:v>51.8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5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June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June · All jobs: 44.8%; Job gross margin, May · All jobs: 45.2%; Gross margin jobs need to break even: 44.9%. In June maintenance contracts made a 63.9% job gross margin, installations made a 36.2% job gross margin, call-outs and repairs made a 49.1% job gross margin (technician time at $68 an hour, wages and all on-costs). Jobs need 44.9% just to cover overheads. 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June · Maintenance contracts: 63.9%; Job gross margin, May · Maintenance contracts: 63.9%; Gross margin jobs need to break even: 44.9%.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June 2026. The month's fee less materials and technician time at $68/hour. Target 35.0% is what to price for; break-even 44.9%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June · Installations: 36.2%; Job gross margin, May · Installations: 35.9%; Gross margin jobs need to break even: 44.9%. 0 of the 5 installation jobs invoiced in June made less than the 35.0% job gross margin target. The Installation J-2523 made a 35.8% job gross margin: 58.0 h of technician time ($3,944) and $1,200 of subcontractors on a $16,900 job. Jobs need 44.9% gross margin just to cover overheads. Every installation cleared the 35.0% target. Most profitable: Installation J-2522 (37.1%).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June · Call-outs and repairs: 49.1%; Job gross margin, May · Call-outs and repairs: 48.6%; Gross margin jobs need to break even: 44.9%; Technician time charged, June: $23,723; Materials charged, June: $8,359. 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 All call-outs: 49.1% gross margin, 14.1 points over the 35.0% target ($4,529 ahead on $32,082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$193,032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(0.1%)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June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3689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3961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June maintenance contracts made a 63.9% job gross margin, installations made a 36.2% job gross margin, call-outs and repairs made a 49.1% job gross margin (technician time at $68 an hour, wages and all on-costs). Jobs need 44.9%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44.9%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9804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0076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7399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7671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5 installation jobs invoiced in June made less than the 35.0% job gross margin target. The Installation J-2523 made a 35.8% job gross margin: 58.0 h of technician time ($3,944) and $1,200 of subcontractors on a $16,900 job. Jobs need 44.9%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J-2522 (37.1%).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$23,723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73.9%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$8,359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$6,430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8341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613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044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7316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49.1% gross margin, 14.1 points over the 35.0% target ($4,529 ahead on $32,082 in June).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