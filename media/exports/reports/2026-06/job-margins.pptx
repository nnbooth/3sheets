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28.5</c:v>
                </c:pt>
                <c:pt idx="1">
                  <c:v>44.6</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29408</c:v>
                </c:pt>
                <c:pt idx="1">
                  <c:v>13139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7D8790"/>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0.0"%";[Red](0.0"%")</c:formatCode>
                <c:ptCount val="5"/>
                <c:pt idx="0">
                  <c:v>28.2</c:v>
                </c:pt>
                <c:pt idx="1">
                  <c:v>28.2</c:v>
                </c:pt>
                <c:pt idx="2">
                  <c:v>28.3</c:v>
                </c:pt>
                <c:pt idx="3">
                  <c:v>29.0</c:v>
                </c:pt>
                <c:pt idx="4">
                  <c:v>29.4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7D8790"/>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$#,##0;[Red]($#,##0);"-"</c:formatCode>
                <c:ptCount val="5"/>
                <c:pt idx="0">
                  <c:v>10412</c:v>
                </c:pt>
                <c:pt idx="1">
                  <c:v>4256</c:v>
                </c:pt>
                <c:pt idx="2">
                  <c:v>6516</c:v>
                </c:pt>
                <c:pt idx="3">
                  <c:v>5340</c:v>
                </c:pt>
                <c:pt idx="4">
                  <c:v>2884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0.0"%";[Red](0.0"%")</c:formatCode>
                <c:ptCount val="6"/>
                <c:pt idx="0">
                  <c:v>40.5</c:v>
                </c:pt>
                <c:pt idx="1">
                  <c:v>40.9</c:v>
                </c:pt>
                <c:pt idx="2">
                  <c:v>41.9</c:v>
                </c:pt>
                <c:pt idx="3">
                  <c:v>44.1</c:v>
                </c:pt>
                <c:pt idx="4">
                  <c:v>46.3</c:v>
                </c:pt>
                <c:pt idx="5">
                  <c:v>47.0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$#,##0;[Red]($#,##0);"-"</c:formatCode>
                <c:ptCount val="6"/>
                <c:pt idx="0">
                  <c:v>1222</c:v>
                </c:pt>
                <c:pt idx="1">
                  <c:v>600</c:v>
                </c:pt>
                <c:pt idx="2">
                  <c:v>2521</c:v>
                </c:pt>
                <c:pt idx="3">
                  <c:v>1145</c:v>
                </c:pt>
                <c:pt idx="4">
                  <c:v>2862</c:v>
                </c:pt>
                <c:pt idx="5">
                  <c:v>4789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June 2026.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June 2026: Locked. June 2026 is locked (closed 2 Jul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June's jobs made $66,663 gross margin (38.5%). Technician time not charged to jobs took $2,410 and overheads $59,260, leaving $4,993 profit before tax (2.9% of revenue). To cover overheads, jobs need a 35.6%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June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$66,663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$52,190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$2,410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$64,253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$4,993</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$173,163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38.5%</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(June)</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June maintenance contracts made a 59.5% job gross margin, installations made a 28.5% job gross margin, call-outs and repairs made a 44.6% job gross margin (technician time at $68 an hour, wages and all on-costs). Jobs need 35.6%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28.5% gross margin, 6.5 points under the 35.0% target: about $6,712 on $103,200 of revenue in June. It's below the 35.6% needed to cover overheads, too. Maintenance contracts: 59.5% gross margin, 24.5 points over the 35.0% target ($9,941 ahead on $40,500 in June).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(June)</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June). All maintenance contracts: 59.5% gross margin, 24.5 points over the 35.0% target ($9,941 ahead on $40,500 in June).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(June)</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 of the 5 installation jobs invoiced in June made less than the 35.0% job gross margin target. The Installation 4, June made a 28.2% job gross margin: 58.0 h of technician time ($3,944) and $1,200 of subcontractors on a $15,100 job. Jobs need 35.6%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 installations under the 35.0% target, worth about $6,712 between them on $103,200 of revenue. The biggest gap, Installation 2, June: 28.2% gross margin, 6.8 points under the 35.0% target: about $2,503 on $36,900 of revenue in June. It's below the 35.6%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44.6%</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44.1%</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35.6%</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(June)</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June</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$21,104</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71.6%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June</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$8,359</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$6,430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35.6%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June billed $21,104 of technician time and $8,359 of materials ($6,430 at cost plus 30%), and made a 44.6% job gross margin between them. Gross margins run from 40.5% to 47.0%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44.6% gross margin, 9.6 points over the 35.0% target ($2,827 ahead on $29,463 in June).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