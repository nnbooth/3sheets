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28.5</c:v>
                </c:pt>
                <c:pt idx="1">
                  <c:v>44.6</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29408</c:v>
                </c:pt>
                <c:pt idx="1">
                  <c:v>13139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A7B0B8"/>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0.0"%";[Red](0.0"%")</c:formatCode>
                <c:ptCount val="5"/>
                <c:pt idx="0">
                  <c:v>28.2</c:v>
                </c:pt>
                <c:pt idx="1">
                  <c:v>28.2</c:v>
                </c:pt>
                <c:pt idx="2">
                  <c:v>28.3</c:v>
                </c:pt>
                <c:pt idx="3">
                  <c:v>29.0</c:v>
                </c:pt>
                <c:pt idx="4">
                  <c:v>29.4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A7B0B8"/>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$#,##0;[Red]($#,##0);"-"</c:formatCode>
                <c:ptCount val="5"/>
                <c:pt idx="0">
                  <c:v>10412</c:v>
                </c:pt>
                <c:pt idx="1">
                  <c:v>4256</c:v>
                </c:pt>
                <c:pt idx="2">
                  <c:v>6516</c:v>
                </c:pt>
                <c:pt idx="3">
                  <c:v>5340</c:v>
                </c:pt>
                <c:pt idx="4">
                  <c:v>2884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0.0"%";[Red](0.0"%")</c:formatCode>
                <c:ptCount val="6"/>
                <c:pt idx="0">
                  <c:v>40.5</c:v>
                </c:pt>
                <c:pt idx="1">
                  <c:v>40.9</c:v>
                </c:pt>
                <c:pt idx="2">
                  <c:v>41.9</c:v>
                </c:pt>
                <c:pt idx="3">
                  <c:v>44.1</c:v>
                </c:pt>
                <c:pt idx="4">
                  <c:v>46.3</c:v>
                </c:pt>
                <c:pt idx="5">
                  <c:v>47.0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$#,##0;[Red]($#,##0);"-"</c:formatCode>
                <c:ptCount val="6"/>
                <c:pt idx="0">
                  <c:v>1222</c:v>
                </c:pt>
                <c:pt idx="1">
                  <c:v>600</c:v>
                </c:pt>
                <c:pt idx="2">
                  <c:v>2521</c:v>
                </c:pt>
                <c:pt idx="3">
                  <c:v>1145</c:v>
                </c:pt>
                <c:pt idx="4">
                  <c:v>2862</c:v>
                </c:pt>
                <c:pt idx="5">
                  <c:v>4789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June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June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$66,663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$52,190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$2,410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$64,253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$4,993</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$173,163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38.5%</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38.5%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May 39.0%</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June maintenance contracts made a 59.5% job gross margin, installations made a 28.5% job gross margin, call-outs and repairs made a 44.6% job gross margin (technician time at $68 an hour, wages and all on-costs). Jobs need 35.6%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28.5%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May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22.6 points clear of the 35.6%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28.5%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May 28.3%</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 of the 5 installation jobs invoiced in June made less than the 35.0% job gross margin target. The Installation 4, June made a 28.2% job gross margin: 58.0 h of technician time ($3,944) and $1,200 of subcontractors on a $15,100 job. Jobs need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35.6% overheads need: Installation 3, June (29.4%), Installation 1, June (29.0%), Installation 5, June (28.3%), Installation 2, June (28.2%), Installation 4, June (28.2%). Most profitable: Installation 3, June (29.4%).</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May 44.1%</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June</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$21,104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71.6%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June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$8,359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June billed $21,104 of technician time and $8,359 of materials ($6,430 at cost plus 30%), and made a 44.6% job gross margin between them. Gross margins run from 40.5% to 47.0%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44.6% gross margin, 9.0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