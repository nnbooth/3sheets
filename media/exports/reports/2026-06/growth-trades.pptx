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171009</c:v>
                </c:pt>
                <c:pt idx="1">
                  <c:v>179474</c:v>
                </c:pt>
                <c:pt idx="2">
                  <c:v>143156</c:v>
                </c:pt>
                <c:pt idx="3">
                  <c:v>140909</c:v>
                </c:pt>
                <c:pt idx="4">
                  <c:v>160943</c:v>
                </c:pt>
                <c:pt idx="5">
                  <c:v>135082</c:v>
                </c:pt>
                <c:pt idx="6">
                  <c:v>124705</c:v>
                </c:pt>
                <c:pt idx="7">
                  <c:v>129816</c:v>
                </c:pt>
                <c:pt idx="8">
                  <c:v>164113</c:v>
                </c:pt>
                <c:pt idx="9">
                  <c:v>186760</c:v>
                </c:pt>
                <c:pt idx="10">
                  <c:v>139164</c:v>
                </c:pt>
                <c:pt idx="11">
                  <c:v>128255</c:v>
                </c:pt>
                <c:pt idx="12">
                  <c:v>128898</c:v>
                </c:pt>
                <c:pt idx="13">
                  <c:v>174786</c:v>
                </c:pt>
                <c:pt idx="14">
                  <c:v>135079</c:v>
                </c:pt>
                <c:pt idx="15">
                  <c:v>164780</c:v>
                </c:pt>
                <c:pt idx="16">
                  <c:v>196372</c:v>
                </c:pt>
                <c:pt idx="17">
                  <c:v>191500</c:v>
                </c:pt>
                <c:pt idx="18">
                  <c:v>164987</c:v>
                </c:pt>
                <c:pt idx="19">
                  <c:v>161963</c:v>
                </c:pt>
                <c:pt idx="20">
                  <c:v>173163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24670</c:v>
                </c:pt>
                <c:pt idx="1">
                  <c:v>24670</c:v>
                </c:pt>
                <c:pt idx="2">
                  <c:v>24670</c:v>
                </c:pt>
                <c:pt idx="3">
                  <c:v>24670</c:v>
                </c:pt>
                <c:pt idx="4">
                  <c:v>27930</c:v>
                </c:pt>
                <c:pt idx="5">
                  <c:v>27930</c:v>
                </c:pt>
                <c:pt idx="6">
                  <c:v>27930</c:v>
                </c:pt>
                <c:pt idx="7">
                  <c:v>27930</c:v>
                </c:pt>
                <c:pt idx="8">
                  <c:v>31870</c:v>
                </c:pt>
                <c:pt idx="9">
                  <c:v>33200</c:v>
                </c:pt>
                <c:pt idx="10">
                  <c:v>33200</c:v>
                </c:pt>
                <c:pt idx="11">
                  <c:v>33200</c:v>
                </c:pt>
                <c:pt idx="12">
                  <c:v>35800</c:v>
                </c:pt>
                <c:pt idx="13">
                  <c:v>35800</c:v>
                </c:pt>
                <c:pt idx="14">
                  <c:v>35800</c:v>
                </c:pt>
                <c:pt idx="15">
                  <c:v>35800</c:v>
                </c:pt>
                <c:pt idx="16">
                  <c:v>37500</c:v>
                </c:pt>
                <c:pt idx="17">
                  <c:v>37500</c:v>
                </c:pt>
                <c:pt idx="18">
                  <c:v>37500</c:v>
                </c:pt>
                <c:pt idx="19">
                  <c:v>40500</c:v>
                </c:pt>
                <c:pt idx="20">
                  <c:v>40500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126300</c:v>
                </c:pt>
                <c:pt idx="1">
                  <c:v>131400</c:v>
                </c:pt>
                <c:pt idx="2">
                  <c:v>92600</c:v>
                </c:pt>
                <c:pt idx="3">
                  <c:v>89400</c:v>
                </c:pt>
                <c:pt idx="4">
                  <c:v>106000</c:v>
                </c:pt>
                <c:pt idx="5">
                  <c:v>86100</c:v>
                </c:pt>
                <c:pt idx="6">
                  <c:v>74900</c:v>
                </c:pt>
                <c:pt idx="7">
                  <c:v>80300</c:v>
                </c:pt>
                <c:pt idx="8">
                  <c:v>112700</c:v>
                </c:pt>
                <c:pt idx="9">
                  <c:v>135800</c:v>
                </c:pt>
                <c:pt idx="10">
                  <c:v>86200</c:v>
                </c:pt>
                <c:pt idx="11">
                  <c:v>75100</c:v>
                </c:pt>
                <c:pt idx="12">
                  <c:v>70800</c:v>
                </c:pt>
                <c:pt idx="13">
                  <c:v>113300</c:v>
                </c:pt>
                <c:pt idx="14">
                  <c:v>69700</c:v>
                </c:pt>
                <c:pt idx="15">
                  <c:v>97500</c:v>
                </c:pt>
                <c:pt idx="16">
                  <c:v>129300</c:v>
                </c:pt>
                <c:pt idx="17">
                  <c:v>129400</c:v>
                </c:pt>
                <c:pt idx="18">
                  <c:v>104400</c:v>
                </c:pt>
                <c:pt idx="19">
                  <c:v>92400</c:v>
                </c:pt>
                <c:pt idx="20">
                  <c:v>103200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20039</c:v>
                </c:pt>
                <c:pt idx="1">
                  <c:v>23404</c:v>
                </c:pt>
                <c:pt idx="2">
                  <c:v>25886</c:v>
                </c:pt>
                <c:pt idx="3">
                  <c:v>26839</c:v>
                </c:pt>
                <c:pt idx="4">
                  <c:v>27013</c:v>
                </c:pt>
                <c:pt idx="5">
                  <c:v>21052</c:v>
                </c:pt>
                <c:pt idx="6">
                  <c:v>21875</c:v>
                </c:pt>
                <c:pt idx="7">
                  <c:v>21586</c:v>
                </c:pt>
                <c:pt idx="8">
                  <c:v>19543</c:v>
                </c:pt>
                <c:pt idx="9">
                  <c:v>17760</c:v>
                </c:pt>
                <c:pt idx="10">
                  <c:v>19764</c:v>
                </c:pt>
                <c:pt idx="11">
                  <c:v>19955</c:v>
                </c:pt>
                <c:pt idx="12">
                  <c:v>22298</c:v>
                </c:pt>
                <c:pt idx="13">
                  <c:v>25686</c:v>
                </c:pt>
                <c:pt idx="14">
                  <c:v>29579</c:v>
                </c:pt>
                <c:pt idx="15">
                  <c:v>31480</c:v>
                </c:pt>
                <c:pt idx="16">
                  <c:v>29572</c:v>
                </c:pt>
                <c:pt idx="17">
                  <c:v>24600</c:v>
                </c:pt>
                <c:pt idx="18">
                  <c:v>23087</c:v>
                </c:pt>
                <c:pt idx="19">
                  <c:v>29063</c:v>
                </c:pt>
                <c:pt idx="20">
                  <c:v>29463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June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June against June last year: 5.5%; Year to date (Jul to Jun 2026): $1,945,707; Gross margin, year to date: 37.8%. Revenue is $1,945,707 this financial year to date (Jul to Jun 2026). Maintenance contracts make the highest gross margin (59.5%); Installations the lowest (28.4%). The business needs 35.6% gross margin just to cover overheads. Installations: 28.4% gross margin, 6.6 points under the 35.0% target: about $79,655 on $1,207,100 of revenue this financial year to date. It's below the 35.6% needed to cover overheads, too. Maintenance contracts: 59.5% gross margin, 24.5 points over the 35.0% target ($106,951 ahead on $436,300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June against June last year: 27.1%; Year to date (Jul to Jun 2026): $436,300; Gross margin, year to date: 59.5%. Maintenance contracts brought in $436,300 this financial year to date, at a 59.5% gross margin (above the 37.8% overall). Maintenance contracts: 59.5% gross margin, 24.5 points over the 35.0% target ($106,951 ahead on $436,300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June against June last year: (8.4%); Year to date (Jul to Jun 2026): $1,207,100; Gross margin, year to date: 28.4%. Installations brought in $1,207,100 this financial year to date, at a 28.4% gross margin (below the 37.8% overall). Installations: 28.4% gross margin, 6.6 points under the 35.0% target: about $79,655 on $1,207,100 of revenue this financial year to date. It's below the 35.6%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June against June last year: 50.8%; Year to date (Jul to Jun 2026): $302,307; Gross margin, year to date: 43.8%. Call-outs and repairs brought in $302,307 this financial year to date, at a 43.8% gross margin (above the 37.8% overall). Call-outs and repairs: 43.8% gross margin, 8.8 points over the 35.0% target ($26,660 ahead on $302,307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Jun 2026) against the same period last year · Trades. Same period last year: Not available: the data starts October 2024. From gross margin to profit: June's jobs made $66,663 gross margin (38.5%). Technician time not charged to jobs took $2,410 and overheads $59,260, leaving $4,993 profit before tax (2.9% of revenue). To cover overheads, jobs need a 35.6%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$173,163 against $164,113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$1,945,707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$734,953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$1,945,707 this financial year to date (Jul to Jun 2026). Maintenance contracts make the highest gross margin (59.5%); Installations the lowest (28.4%). The business needs 35.6%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28.4% gross margin, 6.6 points under the 35.0% target: about $79,655 on $1,207,100 of revenue this financial year to date. It's below the 35.6% needed to cover overheads, too. Maintenance contracts: 59.5% gross margin, 24.5 points over the 35.0% target ($106,951 ahead on $436,300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27.1%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$40,500 against $31,870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$436,300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$259,656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$436,300 this financial year to date, at a 59.5% gross margin (above the 37.8%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59.5% gross margin, 24.5 points over the 35.0% target ($106,951 ahead on $436,300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(8.4%)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$103,200 against $112,700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$1,207,100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28.4%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$342,830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$1,207,100 this financial year to date, at a 28.4% gross margin (below the 37.8%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28.4% gross margin, 6.6 points under the 35.0% target: about $79,655 on $1,207,100 of revenue this financial year to date. It's below the 35.6% needed to cover overheads, too.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50.8%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$29,463 against $19,543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$302,307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$132,467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$302,307 this financial year to date, at a 43.8% gross margin (above the 37.8%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43.8% gross margin, 8.8 points over the 35.0% target ($26,660 ahead on $302,307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Jun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June's jobs made $66,663 gross margin (38.5%). Technician time not charged to jobs took $2,410 and overheads $59,260, leaving $4,993 profit before tax (2.9% of revenue). To cover overheads, jobs need a 35.6%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$259,656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$1,207,100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$342,830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$302,307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$132,467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$1,945,707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$734,953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37.8%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