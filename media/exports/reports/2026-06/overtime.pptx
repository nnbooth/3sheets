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0.0"%";[Red](0.0"%")</c:formatCode>
                <c:ptCount val="21"/>
                <c:pt idx="0">
                  <c:v>1.5</c:v>
                </c:pt>
                <c:pt idx="1">
                  <c:v>1.3</c:v>
                </c:pt>
                <c:pt idx="2">
                  <c:v>1.9</c:v>
                </c:pt>
                <c:pt idx="3">
                  <c:v>2.3</c:v>
                </c:pt>
                <c:pt idx="4">
                  <c:v>2.8</c:v>
                </c:pt>
                <c:pt idx="5">
                  <c:v>2.4</c:v>
                </c:pt>
                <c:pt idx="6">
                  <c:v>3.6</c:v>
                </c:pt>
                <c:pt idx="7">
                  <c:v>2.6</c:v>
                </c:pt>
                <c:pt idx="8">
                  <c:v>2.8</c:v>
                </c:pt>
                <c:pt idx="9">
                  <c:v>2.4</c:v>
                </c:pt>
                <c:pt idx="10">
                  <c:v>4.6</c:v>
                </c:pt>
                <c:pt idx="11">
                  <c:v>3.0</c:v>
                </c:pt>
                <c:pt idx="12">
                  <c:v>4.0</c:v>
                </c:pt>
                <c:pt idx="13">
                  <c:v>3.9</c:v>
                </c:pt>
                <c:pt idx="14">
                  <c:v>3.5</c:v>
                </c:pt>
                <c:pt idx="15">
                  <c:v>3.8</c:v>
                </c:pt>
                <c:pt idx="16">
                  <c:v>5.8</c:v>
                </c:pt>
                <c:pt idx="17">
                  <c:v>5.6</c:v>
                </c:pt>
                <c:pt idx="18">
                  <c:v>5.8</c:v>
                </c:pt>
                <c:pt idx="19">
                  <c:v>6.5</c:v>
                </c:pt>
                <c:pt idx="20">
                  <c:v>5.4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8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Installation ran over</c:v>
                </c:pt>
                <c:pt idx="2">
                  <c:v>Short-staffed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11.5</c:v>
                </c:pt>
                <c:pt idx="1">
                  <c:v>13.0</c:v>
                </c:pt>
                <c:pt idx="2">
                  <c:v>14.0</c:v>
                </c:pt>
                <c:pt idx="3">
                  <c:v>24.0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.59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T6</c:v>
                </c:pt>
                <c:pt idx="1">
                  <c:v>Technician T7</c:v>
                </c:pt>
                <c:pt idx="2">
                  <c:v>Technician T1</c:v>
                </c:pt>
                <c:pt idx="3">
                  <c:v>Technician T3</c:v>
                </c:pt>
                <c:pt idx="4">
                  <c:v>Technician T4</c:v>
                </c:pt>
                <c:pt idx="5">
                  <c:v>Technician T2</c:v>
                </c:pt>
                <c:pt idx="6">
                  <c:v>Technician T5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6.0</c:v>
                </c:pt>
                <c:pt idx="1">
                  <c:v>8.0</c:v>
                </c:pt>
                <c:pt idx="2">
                  <c:v>8.5</c:v>
                </c:pt>
                <c:pt idx="3">
                  <c:v>8.5</c:v>
                </c:pt>
                <c:pt idx="4">
                  <c:v>8.5</c:v>
                </c:pt>
                <c:pt idx="5">
                  <c:v>8.5</c:v>
                </c:pt>
                <c:pt idx="6">
                  <c:v>14.5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674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June 2026.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June: 5.4%; Overtime hours, June: 62.5 h; June last year: 2.8%. Technicians worked 62.5 h of overtime in June, 5.4% of ordinary hours (target under 5.0%), against 6.5% in May. Over the last year it has gone from 2.8% to 5.4%. After-hours call-out is the main reason: 24.0 h, 38.4% of the overtime. Technician T5 carried the most (14.5 h). Above target by 5.1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June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June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5.4%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June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62.5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67.0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30.0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62.5 h of overtime in June, 5.4% of ordinary hours (target under 5.0%), against 6.5% in May. Over the last year it has gone from 2.8% to 5.4%.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24.0 h, 38.4% of the overtime. Technician T5 carried the most (14.5 h). Above target by 5.1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June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June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