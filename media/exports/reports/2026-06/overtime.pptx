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% of ordinary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0.0"%";[Red](0.0"%")</c:formatCode>
                <c:ptCount val="21"/>
                <c:pt idx="0">
                  <c:v>1.6</c:v>
                </c:pt>
                <c:pt idx="1">
                  <c:v>2.7</c:v>
                </c:pt>
                <c:pt idx="2">
                  <c:v>2.2</c:v>
                </c:pt>
                <c:pt idx="3">
                  <c:v>3.0</c:v>
                </c:pt>
                <c:pt idx="4">
                  <c:v>4.6</c:v>
                </c:pt>
                <c:pt idx="5">
                  <c:v>4.4</c:v>
                </c:pt>
                <c:pt idx="6">
                  <c:v>3.6</c:v>
                </c:pt>
                <c:pt idx="7">
                  <c:v>3.7</c:v>
                </c:pt>
                <c:pt idx="8">
                  <c:v>2.8</c:v>
                </c:pt>
                <c:pt idx="9">
                  <c:v>3.3</c:v>
                </c:pt>
                <c:pt idx="10">
                  <c:v>3.3</c:v>
                </c:pt>
                <c:pt idx="11">
                  <c:v>3.7</c:v>
                </c:pt>
                <c:pt idx="12">
                  <c:v>3.9</c:v>
                </c:pt>
                <c:pt idx="13">
                  <c:v>3.8</c:v>
                </c:pt>
                <c:pt idx="14">
                  <c:v>7.7</c:v>
                </c:pt>
                <c:pt idx="15">
                  <c:v>3.1</c:v>
                </c:pt>
                <c:pt idx="16">
                  <c:v>4.2</c:v>
                </c:pt>
                <c:pt idx="17">
                  <c:v>4.2</c:v>
                </c:pt>
                <c:pt idx="18">
                  <c:v>5.9</c:v>
                </c:pt>
                <c:pt idx="19">
                  <c:v>6.7</c:v>
                </c:pt>
                <c:pt idx="20">
                  <c:v>7.2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Why the overtime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Short-staffed</c:v>
                </c:pt>
                <c:pt idx="1">
                  <c:v>Paperwork and quotes</c:v>
                </c:pt>
                <c:pt idx="2">
                  <c:v>After-hours call-out</c:v>
                </c:pt>
                <c:pt idx="3">
                  <c:v>Installation ran over</c:v>
                </c:pt>
              </c:strCache>
            </c:strRef>
          </c:cat>
          <c:val>
            <c:numRef>
              <c:f>Sheet1!$B$2:$B$5</c:f>
              <c:numCache>
                <c:formatCode>#,##0;[Red](#,##0)</c:formatCode>
                <c:ptCount val="4"/>
                <c:pt idx="0">
                  <c:v>4.0</c:v>
                </c:pt>
                <c:pt idx="1">
                  <c:v>9.0</c:v>
                </c:pt>
                <c:pt idx="2">
                  <c:v>21.5</c:v>
                </c:pt>
                <c:pt idx="3">
                  <c:v>46.5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3.47499999999999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by technician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Technician T3</c:v>
                </c:pt>
                <c:pt idx="1">
                  <c:v>Technician T7</c:v>
                </c:pt>
                <c:pt idx="2">
                  <c:v>Technician T2</c:v>
                </c:pt>
                <c:pt idx="3">
                  <c:v>Technician T4</c:v>
                </c:pt>
                <c:pt idx="4">
                  <c:v>Technician T6</c:v>
                </c:pt>
                <c:pt idx="5">
                  <c:v>Technician T5</c:v>
                </c:pt>
                <c:pt idx="6">
                  <c:v>Technician T1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4.5</c:v>
                </c:pt>
                <c:pt idx="1">
                  <c:v>6.0</c:v>
                </c:pt>
                <c:pt idx="2">
                  <c:v>8.0</c:v>
                </c:pt>
                <c:pt idx="3">
                  <c:v>13.5</c:v>
                </c:pt>
                <c:pt idx="4">
                  <c:v>13.5</c:v>
                </c:pt>
                <c:pt idx="5">
                  <c:v>17.5</c:v>
                </c:pt>
                <c:pt idx="6">
                  <c:v>18.0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0.7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Sample Electrical &amp; Air Pty Ltd. Period: June 2026. In short: Overtime was 7.2% of ordinary hours in June (target under 5.0%), up from 2.8% a year earlier. Each technician's paid hours, day by day: ordinary hours and overtime, with the main reason for the overtime.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Overtime, June: 7.2%; Overtime hours, June: 81.0 h; June last year: 2.8%. Technicians worked 81.0 h of overtime in June, 7.2% of ordinary hours (target under 5.0%), against 6.7% in May. Over the last year it has gone from 2.8% to 7.2%. Installation ran over is the main reason: 46.5 h, 57.4% of the overtime. Technician T1 carried the most (18.0 h). Above target by 24.8 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the overtime, June 2026. Overtime hours by main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Overtime by technician, June 2026. Technicians are codes, not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June 2026. In short: Overtime was 7.2% of ordinary hours in June (target under 5.0%), up from 2.8% a year earlier. Each technician's paid hours, day by day: ordinary hours and overtime, with the main reason for the overtime.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Overtime, June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7.2%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of ordinary hours · target under 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 hours, June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81.0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May 68.0 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last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26.5 h of overtime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Technicians worked 81.0 h of overtime in June, 7.2% of ordinary hours (target under 5.0%), against 6.7% in May. Over the last year it has gone from 2.8% to 7.2%.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 ran over is the main reason: 46.5 h, 57.4% of the overtime. Technician T1 carried the most (18.0 h). Above target by 24.8 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the overtime, June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hours by main reason.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Overtime by technician, June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Technicians are codes, not names.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