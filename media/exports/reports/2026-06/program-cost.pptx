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$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Community meals (2025-26)</c:v>
                </c:pt>
                <c:pt idx="2">
                  <c:v>Digital literacy</c:v>
                </c:pt>
                <c:pt idx="3">
                  <c:v>Mental health first aid</c:v>
                </c:pt>
                <c:pt idx="4">
                  <c:v>Youth outreach</c:v>
                </c:pt>
                <c:pt idx="5">
                  <c:v>Housing support</c:v>
                </c:pt>
              </c:strCache>
            </c:strRef>
          </c:cat>
          <c:val>
            <c:numRef>
              <c:f>Sheet1!$B$2:$B$7</c:f>
              <c:numCache>
                <c:formatCode>$#,##0;[Red]($#,##0);"-"</c:formatCode>
                <c:ptCount val="6"/>
                <c:pt idx="0">
                  <c:v>4717</c:v>
                </c:pt>
                <c:pt idx="1">
                  <c:v>6467</c:v>
                </c:pt>
                <c:pt idx="2">
                  <c:v>7544</c:v>
                </c:pt>
                <c:pt idx="3">
                  <c:v>17123</c:v>
                </c:pt>
                <c:pt idx="4">
                  <c:v>35596</c:v>
                </c:pt>
                <c:pt idx="5">
                  <c:v>52424</c:v>
                </c:pt>
              </c:numCache>
            </c:numRef>
          </c:val>
        </c:ser>
        <c:dLbls>
          <c:numFmt formatCode="$#,##0;[Red]($#,##0);&quot;-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287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30502</c:v>
                </c:pt>
                <c:pt idx="16">
                  <c:v>26508</c:v>
                </c:pt>
                <c:pt idx="17">
                  <c:v>24832</c:v>
                </c:pt>
                <c:pt idx="18">
                  <c:v>23730</c:v>
                </c:pt>
                <c:pt idx="19">
                  <c:v>31337</c:v>
                </c:pt>
                <c:pt idx="20">
                  <c:v>29994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17363</c:v>
                </c:pt>
                <c:pt idx="10">
                  <c:v>21144</c:v>
                </c:pt>
                <c:pt idx="11">
                  <c:v>17537</c:v>
                </c:pt>
                <c:pt idx="12">
                  <c:v>21925</c:v>
                </c:pt>
                <c:pt idx="13">
                  <c:v>21079</c:v>
                </c:pt>
                <c:pt idx="14">
                  <c:v>19272</c:v>
                </c:pt>
                <c:pt idx="15">
                  <c:v>21157</c:v>
                </c:pt>
                <c:pt idx="16">
                  <c:v>20743</c:v>
                </c:pt>
                <c:pt idx="17">
                  <c:v>16515</c:v>
                </c:pt>
                <c:pt idx="18">
                  <c:v>20451</c:v>
                </c:pt>
                <c:pt idx="19">
                  <c:v>21174</c:v>
                </c:pt>
                <c:pt idx="20">
                  <c:v>20366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9584</c:v>
                </c:pt>
                <c:pt idx="19">
                  <c:v>8950</c:v>
                </c:pt>
                <c:pt idx="20">
                  <c:v>9797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5160</c:v>
                </c:pt>
                <c:pt idx="13">
                  <c:v>4585</c:v>
                </c:pt>
                <c:pt idx="14">
                  <c:v>5221</c:v>
                </c:pt>
                <c:pt idx="15">
                  <c:v>4426</c:v>
                </c:pt>
                <c:pt idx="16">
                  <c:v>5408</c:v>
                </c:pt>
                <c:pt idx="17">
                  <c:v>5427</c:v>
                </c:pt>
                <c:pt idx="18">
                  <c:v>5509</c:v>
                </c:pt>
                <c:pt idx="19">
                  <c:v>4635</c:v>
                </c:pt>
                <c:pt idx="20">
                  <c:v>4316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3400</c:v>
                </c:pt>
                <c:pt idx="10">
                  <c:v>3500</c:v>
                </c:pt>
                <c:pt idx="11">
                  <c:v>4000</c:v>
                </c:pt>
                <c:pt idx="12">
                  <c:v>3200</c:v>
                </c:pt>
                <c:pt idx="13">
                  <c:v>3100</c:v>
                </c:pt>
                <c:pt idx="14">
                  <c:v>3800</c:v>
                </c:pt>
                <c:pt idx="15">
                  <c:v>3700</c:v>
                </c:pt>
                <c:pt idx="16">
                  <c:v>3100</c:v>
                </c:pt>
                <c:pt idx="17">
                  <c:v>4100</c:v>
                </c:pt>
                <c:pt idx="18">
                  <c:v>3900</c:v>
                </c:pt>
                <c:pt idx="19">
                  <c:v>3500</c:v>
                </c:pt>
                <c:pt idx="20">
                  <c:v>3700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$#,##0;[Red]($#,##0);"-"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2932</c:v>
                </c:pt>
                <c:pt idx="18">
                  <c:v>3555</c:v>
                </c:pt>
                <c:pt idx="19">
                  <c:v>2649</c:v>
                </c:pt>
                <c:pt idx="20">
                  <c:v>2699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each program really cost?. Sample Community Services Ltd. Period: June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programs. Housing support is the biggest program: $52,424 in June once its share of untied program costs and administration is added to $29,994 of grant spending. Shared costs add 74.8% on top of grant spending across all programs. 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Housing support. Housing support cost $52,424 in full in June: $29,994 paid by the State Housing Program grant, and $22,430 of shared costs no grant covers. It has spent 92.7% of its budget to date, with $193,097 left and 6 months to go. The full cost is $52,424 a month; $22,430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Youth outreach. Youth outreach cost $35,596 in full in June: $20,366 paid by the State Department of Families grant, and $15,230 of shared costs no grant covers. It has spent 99.5% of its budget to date, with $241,274 left and 12 months to go. The full cost is $35,596 a month; $15,230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Mental health first aid. Mental health first aid cost $17,123 in full in June: $9,797 paid by the Federal health program grant, and $7,326 of shared costs no grant covers. It has spent 94.4% of its budget to date, with $91,669 left and 9 months to go. The full cost is $17,123 a month; $7,326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literacy. Digital literacy cost $7,544 in full in June: $4,316 paid by the Philanthropic foundation grant, and $3,228 of shared costs no grant covers. It has spent 99.3% of its budget to date, with $45,313 left and 9 months to go. The full cost is $7,544 a month; $3,228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Community meals (2025-26). Community meals (2025-26) cost $6,467 in full in June: $3,700 paid by the Local council community grant grant, and $2,767 of shared costs no grant covers. It has spent 97.7% of its budget to date, with $1,000 left and 0 months to go. The full cost is $6,467 a month; $2,767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coordinator. Volunteer coordinator cost $4,717 in full in June: $2,699 paid by the State volunteering grant grant, and $2,018 of shared costs no grant covers. It has spent 98.6% of its budget to date, with $24,165 left and 8 months to go. The full cost is $4,717 a month; $2,018 of it is shared cost the grant doesn't pay for. Worth asking for as much of it as the funder allows at renewal.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each program really cost?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Each program's full cost: what its grant pays for, plus its fair share of the costs no single grant covers (untied program costs and administration, shared by grant spending). Pick a program and every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programs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Full cost of each program, June 2026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03580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405884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is the biggest program: $52,424 in June once its share of untied program costs and administration is added to $29,994 of grant spending. Shared costs add 74.8% on top of grant spending across all programs.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4405884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4460748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4735068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(not just the grant line) is the number for renewal applications, where the funder lets you recover a share of overheads. Pick a program above to see it on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Housing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Housing support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Housing support cost $52,424 in full in June: $29,994 paid by the State Housing Program grant, and $22,430 of shared costs no grant covers. It has spent 92.7% of its budget to date, with $193,097 left and 6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$52,424 a month; $22,430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Youth outreach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Youth outreach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Youth outreach cost $35,596 in full in June: $20,366 paid by the State Department of Families grant, and $15,230 of shared costs no grant covers. It has spent 99.5% of its budget to date, with $241,274 left and 12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$35,596 a month; $15,230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Mental health first aid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Mental health first aid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cost $17,123 in full in June: $9,797 paid by the Federal health program grant, and $7,326 of shared costs no grant covers. It has spent 94.4% of its budget to date, with $91,669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$17,123 a month; $7,326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Digital literacy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Digital literacy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Digital literacy cost $7,544 in full in June: $4,316 paid by the Philanthropic foundation grant, and $3,228 of shared costs no grant covers. It has spent 99.3% of its budget to date, with $45,313 left and 9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$7,544 a month; $3,228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Community meals (2025-26)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Community meals (2025-26)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(2025-26) cost $6,467 in full in June: $3,700 paid by the Local council community grant grant, and $2,767 of shared costs no grant covers. It has spent 97.7% of its budget to date, with $1,000 left and 0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$6,467 a month; $2,767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coordinator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each program really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Grant spending, by month · Volunteer coordinator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643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cost $4,717 in full in June: $2,699 paid by the State volunteering grant grant, and $2,018 of shared costs no grant covers. It has spent 98.6% of its budget to date, with $24,165 left and 8 months to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full cost is $4,717 a month; $2,018 of it is shared cost the grant doesn't pay for. Worth asking for as much of it as the funder allows at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program-cost.pptx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