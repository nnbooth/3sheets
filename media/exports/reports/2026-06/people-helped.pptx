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Digital literacy</c:v>
                </c:pt>
                <c:pt idx="1">
                  <c:v>Community meals</c:v>
                </c:pt>
                <c:pt idx="2">
                  <c:v>Youth outreach</c:v>
                </c:pt>
                <c:pt idx="3">
                  <c:v>Housing support</c:v>
                </c:pt>
                <c:pt idx="4">
                  <c:v>Mental health first aid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81.8</c:v>
                </c:pt>
                <c:pt idx="1">
                  <c:v>82.0</c:v>
                </c:pt>
                <c:pt idx="2">
                  <c:v>82.1</c:v>
                </c:pt>
                <c:pt idx="3">
                  <c:v>82.9</c:v>
                </c:pt>
                <c:pt idx="4">
                  <c:v>86.4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#,##0;[Red](#,##0)</c:formatCode>
                <c:ptCount val="21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June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June: 490; Couldn't reach, June: 102; Share reached, June: 82.8%. 490 people were helped in June, and 102 came to a program but couldn't be helped: 82.8% reached (target 90.0%), against 88.7% in May. Digital literacy reached the smallest share: 81.8% (10 couldn't be helped). The main reason: program at capacity (35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June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487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102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62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June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82.8%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3108"/>
            <a:ext cx="0" cy="233354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95665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15356"/>
            <a:ext cx="5501487" cy="839724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490 people were helped in June, and 102 came to a program but couldn't be helped: 82.8% reached (target 90.0%), against 88.7% in May.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515356"/>
            <a:ext cx="5501487" cy="839724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reached the smallest share: 81.8% (10 couldn't be helped). The main reason: program at capacity (35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