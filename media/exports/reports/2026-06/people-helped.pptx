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Mental health first aid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Digital literacy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81.4</c:v>
                </c:pt>
                <c:pt idx="1">
                  <c:v>82.1</c:v>
                </c:pt>
                <c:pt idx="2">
                  <c:v>83.6</c:v>
                </c:pt>
                <c:pt idx="3">
                  <c:v>86.5</c:v>
                </c:pt>
                <c:pt idx="4">
                  <c:v>86.6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#,##0;[Red](#,##0)</c:formatCode>
                <c:ptCount val="21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June 2026. In short: 490 people helped in June; 95 couldn't be reached (83.8%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June: 490; Couldn't reach, June: 95; Share reached, June: 83.8%. 490 people were helped in June, and 95 came to a program but couldn't be helped: 83.8% reached (target 90.0%), against 88.7% in May. Mental health first aid reached the smallest share: 81.4% (16 couldn't be helped). The main reason: program at capacity (32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June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490 people helped in June; 95 couldn't be reached (83.8%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487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490 people were helped in June, and 95 came to a program but couldn't be helped: 83.8% reached (target 90.0%), against 88.7% in May.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reached the smallest share: 81.4% (16 couldn't be helped). The main reason: program at capacity (32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