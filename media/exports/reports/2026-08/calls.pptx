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91</c:v>
                </c:pt>
                <c:pt idx="1">
                  <c:v>203</c:v>
                </c:pt>
                <c:pt idx="2">
                  <c:v>147</c:v>
                </c:pt>
                <c:pt idx="3">
                  <c:v>114</c:v>
                </c:pt>
                <c:pt idx="4">
                  <c:v>127</c:v>
                </c:pt>
                <c:pt idx="5">
                  <c:v>121</c:v>
                </c:pt>
                <c:pt idx="6">
                  <c:v>163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3.4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  <c:pt idx="13">
                  <c:v>675</c:v>
                </c:pt>
                <c:pt idx="14">
                  <c:v>725</c:v>
                </c:pt>
                <c:pt idx="15">
                  <c:v>756</c:v>
                </c:pt>
                <c:pt idx="16">
                  <c:v>763</c:v>
                </c:pt>
                <c:pt idx="17">
                  <c:v>774</c:v>
                </c:pt>
                <c:pt idx="18">
                  <c:v>751</c:v>
                </c:pt>
                <c:pt idx="19">
                  <c:v>781</c:v>
                </c:pt>
                <c:pt idx="20">
                  <c:v>974</c:v>
                </c:pt>
                <c:pt idx="21">
                  <c:v>941</c:v>
                </c:pt>
                <c:pt idx="22">
                  <c:v>966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August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August: 966; Answered while staffed, August: 79.2%; Calls outside staffed hours, August: 54.8%; Median wait when answered, August: 84 sec. 966 calls for help came in during August. While the line was staffed, 79.2% were answered (target 90.0%); 54.8% of all calls came outside staffed hours and went to voicemail. The busiest time was 5 to 8pm (203 calls). 203 calls came between 5 and 8pm, when no-one is on the line. 91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79.2%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529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84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346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966 calls for help came in during August. While the line was staffed, 79.2% were answered (target 90.0%); 54.8% of all calls came outside staffed hours and went to voicemail. The busiest time was 5 to 8pm (203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203 calls came between 5 and 8pm, when no-one is on the line. 91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