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94</c:v>
                </c:pt>
                <c:pt idx="1">
                  <c:v>192</c:v>
                </c:pt>
                <c:pt idx="2">
                  <c:v>138</c:v>
                </c:pt>
                <c:pt idx="3">
                  <c:v>113</c:v>
                </c:pt>
                <c:pt idx="4">
                  <c:v>126</c:v>
                </c:pt>
                <c:pt idx="5">
                  <c:v>127</c:v>
                </c:pt>
                <c:pt idx="6">
                  <c:v>152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0.7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#,##0;[Red](#,##0)</c:formatCode>
                <c:ptCount val="23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  <c:pt idx="15">
                  <c:v>726</c:v>
                </c:pt>
                <c:pt idx="16">
                  <c:v>678</c:v>
                </c:pt>
                <c:pt idx="17">
                  <c:v>865</c:v>
                </c:pt>
                <c:pt idx="18">
                  <c:v>731</c:v>
                </c:pt>
                <c:pt idx="19">
                  <c:v>757</c:v>
                </c:pt>
                <c:pt idx="20">
                  <c:v>951</c:v>
                </c:pt>
                <c:pt idx="21">
                  <c:v>953</c:v>
                </c:pt>
                <c:pt idx="22">
                  <c:v>942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August 2026. In short: 942 calls in August: 77.7% answered while staffed (target 90.0%); 55.3%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August: 942; Answered while staffed, August: 77.7%; Calls outside staffed hours, August: 55.3%; Median wait when answered, August: 80 sec. 942 calls for help came in during August. While the line was staffed, 77.7% were answered (target 90.0%); 55.3% of all calls came outside staffed hours and went to voicemail. The busiest time was 5 to 8pm (192 calls). 192 calls came between 5 and 8pm, when no-one is on the line. 94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942 calls in August: 77.7% answered while staffed (target 90.0%); 55.3%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77.7%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521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August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80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327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942 calls for help came in during August. While the line was staffed, 77.7% were answered (target 90.0%); 55.3% of all calls came outside staffed hours and went to voicemail. The busiest time was 5 to 8pm (192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192 calls came between 5 and 8pm, when no-one is on the line. 94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