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40.8</c:v>
                </c:pt>
                <c:pt idx="1">
                  <c:v>48.2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Wynnum house solar</c:v>
                </c:pt>
                <c:pt idx="1">
                  <c:v>Rocklea factory switchboard</c:v>
                </c:pt>
                <c:pt idx="2">
                  <c:v>Newstead gym air-con</c:v>
                </c:pt>
                <c:pt idx="3">
                  <c:v>Valley office cabling</c:v>
                </c:pt>
                <c:pt idx="4">
                  <c:v>Ashgrove hall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36.1</c:v>
                </c:pt>
                <c:pt idx="1">
                  <c:v>38.2</c:v>
                </c:pt>
                <c:pt idx="2">
                  <c:v>42.1</c:v>
                </c:pt>
                <c:pt idx="3">
                  <c:v>44.9</c:v>
                </c:pt>
                <c:pt idx="4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(15)</c:v>
                </c:pt>
                <c:pt idx="4">
                  <c:v>2.5-hour call-outs (7)</c:v>
                </c:pt>
                <c:pt idx="5">
                  <c:v>4-hour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42.6</c:v>
                </c:pt>
                <c:pt idx="1">
                  <c:v>44.5</c:v>
                </c:pt>
                <c:pt idx="2">
                  <c:v>48.2</c:v>
                </c:pt>
                <c:pt idx="3">
                  <c:v>48.6</c:v>
                </c:pt>
                <c:pt idx="4">
                  <c:v>49.5</c:v>
                </c:pt>
                <c:pt idx="5">
                  <c:v>50.4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95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August 2026. In short: Jobs made a 47.2% gross margin in August: maintenance contracts the most (63.9%), installations the least (40.8%).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August · All jobs: 47.2%; Job gross margin, July · All jobs: 43.4%; Gross margin jobs need to break even: 43.8%. In August maintenance contracts made a 63.9% job gross margin, installations made a 40.8% job gross margin, call-outs and repairs made a 48.2% job gross margin (technician time at $68 an hour, wages and all on-costs). Jobs need 43.8% just to cover overheads. 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August · Maintenance contracts: 63.9%; Job gross margin, July · Maintenance contracts: 63.9%; Gross margin jobs need to break even: 43.8%.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August 2026. The month's fee less materials and technician time at $68/hour. Target 35.0% is what to price for; break-even 43.8%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August · Installations: 40.8%; Job gross margin, July · Installations: 36.0%; Gross margin jobs need to break even: 43.8%. 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 Every installation cleared the 35.0% target. Most profitable: Ashgrove hall LED lighting (46.2%).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August · Call-outs and repairs: 48.2%; Job gross margin, July · Call-outs and repairs: 47.8%; Gross margin jobs need to break even: 43.8%; Technician time charged, August: $22,338; Materials charged, August: $9,035. 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 All call-outs: 48.2% gross margin, 13.2 points over the 35.0% target ($4,126 ahead on $31,373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Jobs made a 47.2% gross margin in August: maintenance contracts the most (63.9%), installations the least (40.8%).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$94,153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$27,812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$199,523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August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3898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4170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maintenance contracts made a 63.9% job gross margin, installations made a 40.8% job gross margin, call-outs and repairs made a 48.2% job gross margin (technician time at $68 an hour, wages and all on-costs). Jobs need 43.8%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43.8%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0353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0625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4923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5195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3260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3532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Ashgrove hall LED lighting (46.2%).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71.2%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August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$6,950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01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928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325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597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48.2% gross margin, 13.2 points over the 35.0% target ($4,126 ahead on $31,373 in August).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