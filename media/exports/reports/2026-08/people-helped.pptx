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Youth outreach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78.8</c:v>
                </c:pt>
                <c:pt idx="1">
                  <c:v>83.5</c:v>
                </c:pt>
                <c:pt idx="2">
                  <c:v>85.7</c:v>
                </c:pt>
                <c:pt idx="3">
                  <c:v>86.7</c:v>
                </c:pt>
                <c:pt idx="4">
                  <c:v>90.2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72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August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August: 522; Couldn't reach, August: 93; Share reached, August: 84.9%. 522 people were helped in August, and 93 came to a program but couldn't be helped: 84.9% reached (target 90.0%), against 84.1% in July. Mental health first aid reached the smallest share: 78.8% (18 couldn't be helped). The main reason: program at capacity (29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August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497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15456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8176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522 people were helped in August, and 93 came to a program but couldn't be helped: 84.9% reached (target 90.0%), against 84.1% in July.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78.8% (18 couldn't be helped). The main reason: program at capacity (29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