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7D8790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Mental health first aid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Housing support</c:v>
                </c:pt>
                <c:pt idx="4">
                  <c:v>Digital literacy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78.8</c:v>
                </c:pt>
                <c:pt idx="1">
                  <c:v>83.5</c:v>
                </c:pt>
                <c:pt idx="2">
                  <c:v>85.7</c:v>
                </c:pt>
                <c:pt idx="3">
                  <c:v>86.7</c:v>
                </c:pt>
                <c:pt idx="4">
                  <c:v>90.2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72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Sheet1!$A$2:$A$24</c:f>
              <c:strCache>
                <c:ptCount val="2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  <c:pt idx="22">
                  <c:v>Aug 26</c:v>
                </c:pt>
              </c:strCache>
            </c:strRef>
          </c:cat>
          <c:val>
            <c:numRef>
              <c:f>Sheet1!$B$2:$B$24</c:f>
              <c:numCache>
                <c:formatCode>#,##0;[Red](#,##0)</c:formatCode>
                <c:ptCount val="23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  <c:pt idx="15">
                  <c:v>427</c:v>
                </c:pt>
                <c:pt idx="16">
                  <c:v>396</c:v>
                </c:pt>
                <c:pt idx="17">
                  <c:v>412</c:v>
                </c:pt>
                <c:pt idx="18">
                  <c:v>491</c:v>
                </c:pt>
                <c:pt idx="19">
                  <c:v>487</c:v>
                </c:pt>
                <c:pt idx="20">
                  <c:v>490</c:v>
                </c:pt>
                <c:pt idx="21">
                  <c:v>497</c:v>
                </c:pt>
                <c:pt idx="22">
                  <c:v>522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Sample Community Services Ltd. Period: August 2026. In short: 522 people helped in August; 93 couldn't be reached (84.9%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we help this month, and how many couldn't we reach?. People helped, August: 522; Couldn't reach, August: 93; Share reached, August: 84.9%. 522 people were helped in August, and 93 came to a program but couldn't be helped: 84.9% reached (target 90.0%), against 84.1% in July. Mental health first aid reached the smallest share: 78.8% (18 couldn't be helped). The main reason: program at capacity (29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August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August 2026. In short: 522 people helped in August; 93 couldn't be reached (84.9%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August 2026: Locked. August 2026 is locked (closed 2 Sep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we help this month, and how many couldn't we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August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August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497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August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8A6D3B"/>
                </a:solidFill>
                <a:latin typeface="Roboto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July 94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August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515456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8176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522 people were helped in August, and 93 came to a program but couldn't be helped: 84.9% reached (target 90.0%), against 84.1% in July.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Mental health first aid reached the smallest share: 78.8% (18 couldn't be helped). The main reason: program at capacity (29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August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we help this month, and how many couldn't we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