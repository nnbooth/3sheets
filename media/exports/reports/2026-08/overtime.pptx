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Overtime % of ordinary hours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Sheet1!$A$2:$A$24</c:f>
              <c:strCache>
                <c:ptCount val="2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</c:strCache>
            </c:strRef>
          </c:cat>
          <c:val>
            <c:numRef>
              <c:f>Sheet1!$B$2:$B$24</c:f>
              <c:numCache>
                <c:formatCode>0.0"%";[Red](0.0"%")</c:formatCode>
                <c:ptCount val="23"/>
                <c:pt idx="0">
                  <c:v>1.5</c:v>
                </c:pt>
                <c:pt idx="1">
                  <c:v>1.3</c:v>
                </c:pt>
                <c:pt idx="2">
                  <c:v>1.9</c:v>
                </c:pt>
                <c:pt idx="3">
                  <c:v>2.3</c:v>
                </c:pt>
                <c:pt idx="4">
                  <c:v>2.8</c:v>
                </c:pt>
                <c:pt idx="5">
                  <c:v>2.4</c:v>
                </c:pt>
                <c:pt idx="6">
                  <c:v>3.6</c:v>
                </c:pt>
                <c:pt idx="7">
                  <c:v>2.6</c:v>
                </c:pt>
                <c:pt idx="8">
                  <c:v>2.8</c:v>
                </c:pt>
                <c:pt idx="9">
                  <c:v>2.4</c:v>
                </c:pt>
                <c:pt idx="10">
                  <c:v>4.6</c:v>
                </c:pt>
                <c:pt idx="11">
                  <c:v>3.0</c:v>
                </c:pt>
                <c:pt idx="12">
                  <c:v>4.0</c:v>
                </c:pt>
                <c:pt idx="13">
                  <c:v>3.9</c:v>
                </c:pt>
                <c:pt idx="14">
                  <c:v>3.5</c:v>
                </c:pt>
                <c:pt idx="15">
                  <c:v>3.8</c:v>
                </c:pt>
                <c:pt idx="16">
                  <c:v>5.8</c:v>
                </c:pt>
                <c:pt idx="17">
                  <c:v>5.6</c:v>
                </c:pt>
                <c:pt idx="18">
                  <c:v>5.8</c:v>
                </c:pt>
                <c:pt idx="19">
                  <c:v>6.5</c:v>
                </c:pt>
                <c:pt idx="20">
                  <c:v>5.4</c:v>
                </c:pt>
                <c:pt idx="21">
                  <c:v>6.2</c:v>
                </c:pt>
                <c:pt idx="22">
                  <c:v>5.2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8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Why the overtime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cat>
            <c:strRef>
              <c:f>Sheet1!$A$2:$A$5</c:f>
              <c:strCache>
                <c:ptCount val="4"/>
                <c:pt idx="0">
                  <c:v>Paperwork and quotes</c:v>
                </c:pt>
                <c:pt idx="1">
                  <c:v>Installation ran over</c:v>
                </c:pt>
                <c:pt idx="2">
                  <c:v>Short-staffed</c:v>
                </c:pt>
                <c:pt idx="3">
                  <c:v>After-hours call-out</c:v>
                </c:pt>
              </c:strCache>
            </c:strRef>
          </c:cat>
          <c:val>
            <c:numRef>
              <c:f>Sheet1!$B$2:$B$5</c:f>
              <c:numCache>
                <c:formatCode>#,##0;[Red](#,##0)</c:formatCode>
                <c:ptCount val="4"/>
                <c:pt idx="0">
                  <c:v>2.0</c:v>
                </c:pt>
                <c:pt idx="1">
                  <c:v>8.5</c:v>
                </c:pt>
                <c:pt idx="2">
                  <c:v>10.0</c:v>
                </c:pt>
                <c:pt idx="3">
                  <c:v>33.0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7.949999999999996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Overtime by technician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dPt>
            <c:idx val="6"/>
            <c:spPr>
              <a:solidFill>
                <a:srgbClr val="0E9F6E"/>
              </a:solidFill>
            </c:spPr>
          </c:dPt>
          <c:cat>
            <c:strRef>
              <c:f>Sheet1!$A$2:$A$8</c:f>
              <c:strCache>
                <c:ptCount val="7"/>
                <c:pt idx="0">
                  <c:v>Technician T5</c:v>
                </c:pt>
                <c:pt idx="1">
                  <c:v>Technician T3</c:v>
                </c:pt>
                <c:pt idx="2">
                  <c:v>Technician T1</c:v>
                </c:pt>
                <c:pt idx="3">
                  <c:v>Technician T2</c:v>
                </c:pt>
                <c:pt idx="4">
                  <c:v>Technician T7</c:v>
                </c:pt>
                <c:pt idx="5">
                  <c:v>Technician T4</c:v>
                </c:pt>
                <c:pt idx="6">
                  <c:v>Technician T6</c:v>
                </c:pt>
              </c:strCache>
            </c:strRef>
          </c:cat>
          <c:val>
            <c:numRef>
              <c:f>Sheet1!$B$2:$B$8</c:f>
              <c:numCache>
                <c:formatCode>#,##0;[Red](#,##0)</c:formatCode>
                <c:ptCount val="7"/>
                <c:pt idx="0">
                  <c:v>5.5</c:v>
                </c:pt>
                <c:pt idx="1">
                  <c:v>6.0</c:v>
                </c:pt>
                <c:pt idx="2">
                  <c:v>6.0</c:v>
                </c:pt>
                <c:pt idx="3">
                  <c:v>7.5</c:v>
                </c:pt>
                <c:pt idx="4">
                  <c:v>7.5</c:v>
                </c:pt>
                <c:pt idx="5">
                  <c:v>8.0</c:v>
                </c:pt>
                <c:pt idx="6">
                  <c:v>13.0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.9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is overtime creeping up, and why?. Sample Electrical &amp; Air Pty Ltd. Period: August 2026. Each technician's paid hours, day by day: ordinary hours and overtime, with the main reason for the overtime.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is overtime creeping up, and why?. Overtime, August: 5.2%; Overtime hours, August: 53.5 h; August last year: 4.6%. Technicians worked 53.5 h of overtime in August, 5.2% of ordinary hours (target under 5.0%), against 6.2% in July. Over the last year it has gone from 4.6% to 5.2%. After-hours call-out is the main reason: 33.0 h, 61.7% of the overtime. Technician T6 carried the most (13.0 h). Above target by 1.8 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the overtime, August 2026. Overtime hours by main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Overtime by technician, August 2026. Technicians are codes, not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Where is overtime creeping up, and why?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August 2026. Each technician's paid hours, day by day: ordinary hours and overtime, with the main reason for the overtime.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July 2026: Locked. July 2026 is locked (closed 4 Aug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2026: Locked. August 2026 is locked (closed 2 Sep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6:29pm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Where is overtime creeping up, and why?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Overtime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Overtime, August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8A6D3B"/>
                </a:solidFill>
                <a:latin typeface="Roboto"/>
              </a:rPr>
              <a:t>5.2%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of ordinary hours · target under 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Overtime hours, August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53.5 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July 69.5 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last 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48.5 h of overtime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Technicians worked 53.5 h of overtime in August, 5.2% of ordinary hours (target under 5.0%), against 6.2% in July. Over the last year it has gone from 4.6% to 5.2%.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After-hours call-out is the main reason: 33.0 h, 61.7% of the overtime. Technician T6 carried the most (13.0 h). Above target by 1.8 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6:29pm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Why the overtime, August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Overtime hours by main reason.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6:29pm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Overtime by technician, August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Technicians are codes, not names.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6:29pm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