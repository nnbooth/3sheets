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the board need to see?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August 2026. A one-page board summary for August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July 2026: Locked. July 2026 is locked (closed 4 Aug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Surplus, August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B42318"/>
                </a:solidFill>
                <a:latin typeface="Arial"/>
              </a:rPr>
              <a:t>($23,750)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July ($25,420)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B42318"/>
                </a:solidFill>
                <a:latin typeface="Arial"/>
              </a:rPr>
              <a:t>($49,170)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 to Aug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2.2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Cost to raise a dollar, August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July 11¢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the board should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THE BOARD SHOULD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• Unrestricted cash covers 2.2 months of spending, against a 3.0 months reserves target.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1 grant(s) end within 6 months with $133,500 still to spend. Housing support: $133,500 left in 4 months ($33,375 a month needed, against $30,500 spent in August).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Fundraising cost 13¢ per dollar in August: grants the cheapest (10¢), donations the dearest (12¢).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$226,500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$133,500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$35,300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$46,400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92.8%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$73,600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$283,500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$196,500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Decisions to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DECISIONS TO MAKE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• Housing support: lift spending to $33,375 a month, or ask State Housing Program about carrying the balance over.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Reserves: how much of each month's surplus goes to reserves, and by when the target is reached.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Fundraising: where the next spare hours go, given what each source costs to raise.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