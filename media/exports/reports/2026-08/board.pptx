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August 2026. A one-page board summary for August 2026: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August: ($23,750); Surplus (deficit), year to date: ($49,170); Unrestricted cash runway: 1.9 months; Cost to raise a dollar, August: 13¢.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A one-page board summary for August 2026: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8:56am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August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($23,750)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($25,420)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($49,170)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Aug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August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11¢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1.9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2 grants end within 6 months with $151,500 still to spend. Housing support: $133,500 left in 4 months ($33,375 a month needed, against $30,500 spent in August).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13¢ per dollar in August: grants the cheapest (10¢), donations the dearest (12¢).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$33,375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BUDGET TO DATE, GREEN MORE THAN 1% UNDER,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$226,500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$133,500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8A6D3B"/>
                          </a:solidFill>
                          <a:latin typeface="Roboto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$46,400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92.8%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$73,600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$283,500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101.3%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$196,500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96.3%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$40,300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8:56am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