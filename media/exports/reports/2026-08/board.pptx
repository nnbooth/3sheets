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Sample Community Services Ltd. Period: August 2026. In short: A ($23,750) deficit in August, 1.9 months of runway, and 2 grants ending within 6 months. A one-page board summary for August 2026: the result, the money, the risks, and the decisions to make. The full statements are in the downloads.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Surplus, August: ($23,750); Surplus (deficit), year to date: ($49,170); Unrestricted cash runway: 1.9 months; Cost to raise a dollar, August: 13¢.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A ($23,750) deficit in August, 1.9 months of runway, and 2 grants ending within 6 months. A one-page board summary for August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Surplus, August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($23,750)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($25,420)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0833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0833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($49,170)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Aug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47307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1.9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6621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23781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August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3781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11¢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5501487" cy="1889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Unrestricted cash covers 1.9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2 grants end within 6 months with $151,500 still to spend. Housing support: $133,500 left in 4 months ($33,375 a month needed, against $30,500 spent in August).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Fundraising cost 13¢ per dollar in August: grants the cheapest (10¢), donations the dearest (12¢).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286000"/>
            <a:ext cx="5501487" cy="1889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1. Housing support: lift spending to $33,375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2.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3. Fundraising: where the next spare hours go, given what each source costs to raise.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2920"/>
            <a:ext cx="11277295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GRANTS · AGAINST BUDGET: RED WHEN SPENDING IS MORE THAN 1% OVER BUDGET TO DATE, GREEN MORE THAN 1% UNDER, AMBER WITHIN 1%.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87240"/>
          <a:ext cx="11277295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$226,500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$133,500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$54,700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8A6D3B"/>
                          </a:solidFill>
                          <a:latin typeface="Roboto"/>
                        </a:rPr>
                        <a:t>99.5%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$35,300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$46,400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92.8%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$73,600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$283,500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101.3%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$196,500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96.3%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$40,300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