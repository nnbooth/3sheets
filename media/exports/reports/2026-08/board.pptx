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August: ($23,750); Surplus (deficit), year to date: ($49,170); Unrestricted cash runway: 2.2 months; Cost to raise a dollar, August: 13¢.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10:34am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2.2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1 grant ends within 6 months with $133,500 still to spend. Housing support: $133,500 left in 4 months ($33,375 a month needed, against $30,500 spent in August).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$33,375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10:34am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