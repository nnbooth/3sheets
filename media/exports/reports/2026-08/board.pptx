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A one-page board summary for August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Surplus, August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B42318"/>
                </a:solidFill>
                <a:latin typeface="Roboto"/>
              </a:rPr>
              <a:t>($23,750)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($25,420)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B42318"/>
                </a:solidFill>
                <a:latin typeface="Roboto"/>
              </a:rPr>
              <a:t>($49,170)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Aug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2.2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August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11¢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Unrestricted cash covers 2.2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1 grant(s) end within 6 months with $133,500 still to spend. Housing support: $133,500 left in 4 months ($33,375 a month needed, against $30,500 spent in August).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 cost 13¢ per dollar in August: grants the cheapest (10¢), donations the dearest (12¢).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$46,400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$73,600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Decisions to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Housing support: lift spending to $33,375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Fundraising: where the next spare hours go, given what each source costs to raise.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