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A one-page board summary for August 2026: the result, the money, the risks, and the decisions to make. The full statements are in the downloads.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Surplus, August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B42318"/>
                </a:solidFill>
                <a:latin typeface="Roboto"/>
              </a:rPr>
              <a:t>($23,750)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($25,420)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5103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527983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Surplus (deficit), year to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983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B42318"/>
                </a:solidFill>
                <a:latin typeface="Roboto"/>
              </a:rPr>
              <a:t>($49,170)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 to Aug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15887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Unrestricted cash runway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2.2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reserves target 3.0 months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20911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9303791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August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3791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3791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11¢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the board should note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7295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THE BOARD SHOULD NOTE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1082009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Unrestricted cash covers 2.2 months of spending, against a 3.0 months reserves target.</a:t>
            </a:r>
          </a:p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1 grant ends within 6 months with $133,500 still to spend. Housing support: $133,500 left in 4 months ($33,375 a month needed, against $30,500 spent in August).</a:t>
            </a:r>
          </a:p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Fundraising cost 13¢ per dollar in August: grants the cheapest (10¢), donations the dearest (12¢).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Program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Budget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Against budget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Months left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$226,500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$240,000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$133,500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100.0%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$54,700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$35,300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$46,400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92.8%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$73,600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$283,500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$196,500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96.2%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$40,300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Decisions to make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7295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DECISIONS TO MAKE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1082009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Housing support: lift spending to $33,375 a month, or ask State Housing Program about carrying the balance over.</a:t>
            </a:r>
          </a:p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Reserves: how much of each month's surplus goes to reserves, and by when the target is reached.</a:t>
            </a:r>
          </a:p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Fundraising: where the next spare hours go, given what each source costs to raise.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