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 by program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Volunteer coordinator</c:v>
                </c:pt>
                <c:pt idx="1">
                  <c:v>Digital literacy</c:v>
                </c:pt>
                <c:pt idx="2">
                  <c:v>Youth outreach</c:v>
                </c:pt>
                <c:pt idx="3">
                  <c:v>Housing support</c:v>
                </c:pt>
                <c:pt idx="4">
                  <c:v>Community meals</c:v>
                </c:pt>
                <c:pt idx="5">
                  <c:v>Mental health first aid</c:v>
                </c:pt>
              </c:strCache>
            </c:strRef>
          </c:cat>
          <c:val>
            <c:numRef>
              <c:f>Sheet1!$B$2:$B$7</c:f>
              <c:numCache>
                <c:formatCode>#,##0;[Red](#,##0)</c:formatCode>
                <c:ptCount val="6"/>
                <c:pt idx="0">
                  <c:v>83.0</c:v>
                </c:pt>
                <c:pt idx="1">
                  <c:v>105.5</c:v>
                </c:pt>
                <c:pt idx="2">
                  <c:v>148.5</c:v>
                </c:pt>
                <c:pt idx="3">
                  <c:v>159.0</c:v>
                </c:pt>
                <c:pt idx="4">
                  <c:v>178.0</c:v>
                </c:pt>
                <c:pt idx="5">
                  <c:v>193.5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2.52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Volunteer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#,##0;[Red](#,##0)</c:formatCode>
                <c:ptCount val="23"/>
                <c:pt idx="0">
                  <c:v>381.0</c:v>
                </c:pt>
                <c:pt idx="1">
                  <c:v>373.5</c:v>
                </c:pt>
                <c:pt idx="2">
                  <c:v>383.5</c:v>
                </c:pt>
                <c:pt idx="3">
                  <c:v>387.5</c:v>
                </c:pt>
                <c:pt idx="4">
                  <c:v>376.5</c:v>
                </c:pt>
                <c:pt idx="5">
                  <c:v>444.0</c:v>
                </c:pt>
                <c:pt idx="6">
                  <c:v>422.5</c:v>
                </c:pt>
                <c:pt idx="7">
                  <c:v>562.0</c:v>
                </c:pt>
                <c:pt idx="8">
                  <c:v>568.0</c:v>
                </c:pt>
                <c:pt idx="9">
                  <c:v>609.5</c:v>
                </c:pt>
                <c:pt idx="10">
                  <c:v>627.0</c:v>
                </c:pt>
                <c:pt idx="11">
                  <c:v>708.5</c:v>
                </c:pt>
                <c:pt idx="12">
                  <c:v>817.0</c:v>
                </c:pt>
                <c:pt idx="13">
                  <c:v>780.5</c:v>
                </c:pt>
                <c:pt idx="14">
                  <c:v>830.5</c:v>
                </c:pt>
                <c:pt idx="15">
                  <c:v>817.5</c:v>
                </c:pt>
                <c:pt idx="16">
                  <c:v>781.0</c:v>
                </c:pt>
                <c:pt idx="17">
                  <c:v>870.0</c:v>
                </c:pt>
                <c:pt idx="18">
                  <c:v>816.0</c:v>
                </c:pt>
                <c:pt idx="19">
                  <c:v>830.5</c:v>
                </c:pt>
                <c:pt idx="20">
                  <c:v>878.5</c:v>
                </c:pt>
                <c:pt idx="21">
                  <c:v>938.0</c:v>
                </c:pt>
                <c:pt idx="22">
                  <c:v>867.5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Sample Community Services Ltd. Period: August 2026. Every volunteer shift: who (a code, not a name), which program, and how many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volunteer hours go into each program?. Volunteer hours, August: 867.5 h; Volunteers who did a shift, August: 60; Hours per volunteer, August: 14.5 h; August last year: 627.0 h. 60 volunteers gave 867.5 h in August, against 938.0 h in July. Mental health first aid drew the most (193.5 h, 22.3%). Volunteer coordinator had the fewest volunteer hours (83.0 h). Hours are up 38.4% on August last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hours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3136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Every volunteer shift: who (a code, not a name), which program, and how many hours.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084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many volunteer hours go into each program?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Volunteer hours by program,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 hours,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867.5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938.0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Volunteers who did a shift,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Hours per volunteer, 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14.5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last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627.0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42 volunteers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60 volunteers gave 867.5 h in August, against 938.0 h in July. Mental health first aid drew the most (193.5 h, 22.3%).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Volunteer coordinator had the fewest volunteer hours (83.0 h). Hours are up 38.4% on August last year.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Volunteer hours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volunteer hours go into each program?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volunteers.pptx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