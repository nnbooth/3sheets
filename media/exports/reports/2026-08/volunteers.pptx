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Youth outreach</c:v>
                </c:pt>
                <c:pt idx="2">
                  <c:v>Housing support</c:v>
                </c:pt>
                <c:pt idx="3">
                  <c:v>Volunteer coordinator</c:v>
                </c:pt>
                <c:pt idx="4">
                  <c:v>Digital literacy</c:v>
                </c:pt>
                <c:pt idx="5">
                  <c:v>Community meals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89.5</c:v>
                </c:pt>
                <c:pt idx="1">
                  <c:v>140.5</c:v>
                </c:pt>
                <c:pt idx="2">
                  <c:v>142.5</c:v>
                </c:pt>
                <c:pt idx="3">
                  <c:v>166.5</c:v>
                </c:pt>
                <c:pt idx="4">
                  <c:v>170.0</c:v>
                </c:pt>
                <c:pt idx="5">
                  <c:v>176.5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2.97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#,##0;[Red](#,##0)</c:formatCode>
                <c:ptCount val="23"/>
                <c:pt idx="0">
                  <c:v>317.5</c:v>
                </c:pt>
                <c:pt idx="1">
                  <c:v>392.0</c:v>
                </c:pt>
                <c:pt idx="2">
                  <c:v>363.5</c:v>
                </c:pt>
                <c:pt idx="3">
                  <c:v>399.0</c:v>
                </c:pt>
                <c:pt idx="4">
                  <c:v>422.0</c:v>
                </c:pt>
                <c:pt idx="5">
                  <c:v>451.5</c:v>
                </c:pt>
                <c:pt idx="6">
                  <c:v>445.0</c:v>
                </c:pt>
                <c:pt idx="7">
                  <c:v>513.0</c:v>
                </c:pt>
                <c:pt idx="8">
                  <c:v>529.0</c:v>
                </c:pt>
                <c:pt idx="9">
                  <c:v>586.0</c:v>
                </c:pt>
                <c:pt idx="10">
                  <c:v>560.5</c:v>
                </c:pt>
                <c:pt idx="11">
                  <c:v>625.5</c:v>
                </c:pt>
                <c:pt idx="12">
                  <c:v>669.5</c:v>
                </c:pt>
                <c:pt idx="13">
                  <c:v>626.5</c:v>
                </c:pt>
                <c:pt idx="14">
                  <c:v>683.0</c:v>
                </c:pt>
                <c:pt idx="15">
                  <c:v>711.5</c:v>
                </c:pt>
                <c:pt idx="16">
                  <c:v>700.0</c:v>
                </c:pt>
                <c:pt idx="17">
                  <c:v>772.0</c:v>
                </c:pt>
                <c:pt idx="18">
                  <c:v>794.5</c:v>
                </c:pt>
                <c:pt idx="19">
                  <c:v>811.0</c:v>
                </c:pt>
                <c:pt idx="20">
                  <c:v>819.0</c:v>
                </c:pt>
                <c:pt idx="21">
                  <c:v>918.0</c:v>
                </c:pt>
                <c:pt idx="22">
                  <c:v>885.5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August 2026.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August: 885.5 h; Volunteers who did a shift, August: 59; Hours per volunteer, August: 15.0 h; August last year: 560.5 h. 59 volunteers gave 885.5 h in August, against 918.0 h in July. Community meals drew the most (176.5 h, 19.9%). Mental health first aid had the fewest volunteer hours (89.5 h). Hours are up 58.0% on August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885.5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918.0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August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15.0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560.5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41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59 volunteers gave 885.5 h in August, against 918.0 h in July. Community meals drew the most (176.5 h, 19.9%).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had the fewest volunteer hours (89.5 h). Hours are up 58.0% on August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