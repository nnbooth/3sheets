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  <c:pt idx="20">
                  <c:v>215</c:v>
                </c:pt>
                <c:pt idx="21">
                  <c:v>263</c:v>
                </c:pt>
                <c:pt idx="22">
                  <c:v>205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August 2026. In short: $205 per new customer in August: 41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August 2026: $205; August last year: $233; Year to date (Jul to Aug 2026): $230. 41 new customers came from $8,400 of marketing in August, against 32 from $8,400 in July: $205 each, down from $263.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$205 per new customer in August: 41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$263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36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Aug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(12.3%) on the same period last year ($263)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41 new customers came from $8,400 of marketing in August, against 32 from $8,400 in July: $205 each, down from $263.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