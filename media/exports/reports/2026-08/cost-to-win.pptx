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  <c:pt idx="21">
                  <c:v>32</c:v>
                </c:pt>
                <c:pt idx="22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$263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36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(12.3%) on the same period last year ($263)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41 new customers came from $8,400 of marketing in August, against 32 from $8,400 in July: $205 each, down from $263.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