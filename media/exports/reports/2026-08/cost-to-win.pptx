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 per new customer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Sheet1!$A$2:$A$24</c:f>
              <c:strCache>
                <c:ptCount val="2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  <c:pt idx="21">
                  <c:v>Jul 26</c:v>
                </c:pt>
                <c:pt idx="22">
                  <c:v>Aug 26</c:v>
                </c:pt>
              </c:strCache>
            </c:strRef>
          </c:cat>
          <c:val>
            <c:numRef>
              <c:f>Sheet1!$B$2:$B$24</c:f>
              <c:numCache>
                <c:formatCode>$#,##0;[Red]($#,##0);"-"</c:formatCode>
                <c:ptCount val="23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  <c:pt idx="15">
                  <c:v>182</c:v>
                </c:pt>
                <c:pt idx="16">
                  <c:v>221</c:v>
                </c:pt>
                <c:pt idx="17">
                  <c:v>227</c:v>
                </c:pt>
                <c:pt idx="18">
                  <c:v>240</c:v>
                </c:pt>
                <c:pt idx="19">
                  <c:v>233</c:v>
                </c:pt>
                <c:pt idx="20">
                  <c:v>215</c:v>
                </c:pt>
                <c:pt idx="21">
                  <c:v>263</c:v>
                </c:pt>
                <c:pt idx="22">
                  <c:v>205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Sample Electrical &amp; Air Pty Ltd. Period: August 2026. Marketing spend divided by the customers it actually brought in (a customer's first ever job), month by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August 2026: $205; August last year: $233; Year to date (Jul to Aug 2026): $230. 41 new customers came from $8,400 of marketing in August, against 32 from $8,400 in July: $205 each, down from $263. 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August 2026.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July 2026: Locked. July 2026 is locked (closed 4 Aug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win a customer,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July $263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$233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36 new customers from $8,400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Aug 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(12.3%) on the same period last year ($263)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41 new customers came from $8,400 of marketing in August, against 32 from $8,400 in July: $205 each, down from $263.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