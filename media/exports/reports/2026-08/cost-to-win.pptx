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  <c:pt idx="20">
                  <c:v>215</c:v>
                </c:pt>
                <c:pt idx="21">
                  <c:v>263</c:v>
                </c:pt>
                <c:pt idx="22">
                  <c:v>205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#,##0;[Red](#,##0)</c:formatCode>
                <c:ptCount val="23"/>
                <c:pt idx="0">
                  <c:v>34</c:v>
                </c:pt>
                <c:pt idx="1">
                  <c:v>33</c:v>
                </c:pt>
                <c:pt idx="2">
                  <c:v>37</c:v>
                </c:pt>
                <c:pt idx="3">
                  <c:v>40</c:v>
                </c:pt>
                <c:pt idx="4">
                  <c:v>35</c:v>
                </c:pt>
                <c:pt idx="5">
                  <c:v>34</c:v>
                </c:pt>
                <c:pt idx="6">
                  <c:v>30</c:v>
                </c:pt>
                <c:pt idx="7">
                  <c:v>31</c:v>
                </c:pt>
                <c:pt idx="8">
                  <c:v>32</c:v>
                </c:pt>
                <c:pt idx="9">
                  <c:v>28</c:v>
                </c:pt>
                <c:pt idx="10">
                  <c:v>36</c:v>
                </c:pt>
                <c:pt idx="11">
                  <c:v>32</c:v>
                </c:pt>
                <c:pt idx="12">
                  <c:v>33</c:v>
                </c:pt>
                <c:pt idx="13">
                  <c:v>37</c:v>
                </c:pt>
                <c:pt idx="14">
                  <c:v>45</c:v>
                </c:pt>
                <c:pt idx="15">
                  <c:v>44</c:v>
                </c:pt>
                <c:pt idx="16">
                  <c:v>39</c:v>
                </c:pt>
                <c:pt idx="17">
                  <c:v>37</c:v>
                </c:pt>
                <c:pt idx="18">
                  <c:v>35</c:v>
                </c:pt>
                <c:pt idx="19">
                  <c:v>36</c:v>
                </c:pt>
                <c:pt idx="20">
                  <c:v>39</c:v>
                </c:pt>
                <c:pt idx="21">
                  <c:v>32</c:v>
                </c:pt>
                <c:pt idx="22">
                  <c:v>41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win a customer?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August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July 2026: Locked. July 2026 is locked (closed 4 Aug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August 2026: Locked. August 2026 is locked (closed 2 Sep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August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July $263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August last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$233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36 new customers from $8,400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Aug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(12.3%) on the same period last year ($263)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win a customer, by month · $ per new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win a customer, by month · New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41 new customers came from $8,400 of marketing in August, against 32 from $8,400 in July: $205 each, down from $263.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