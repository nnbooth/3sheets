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103550</c:v>
                </c:pt>
                <c:pt idx="1">
                  <c:v>118390</c:v>
                </c:pt>
                <c:pt idx="2">
                  <c:v>125715</c:v>
                </c:pt>
                <c:pt idx="3">
                  <c:v>96560</c:v>
                </c:pt>
                <c:pt idx="4">
                  <c:v>121275</c:v>
                </c:pt>
                <c:pt idx="5">
                  <c:v>84340</c:v>
                </c:pt>
                <c:pt idx="6">
                  <c:v>69985</c:v>
                </c:pt>
                <c:pt idx="7">
                  <c:v>104970</c:v>
                </c:pt>
                <c:pt idx="8">
                  <c:v>99060</c:v>
                </c:pt>
                <c:pt idx="9">
                  <c:v>94805</c:v>
                </c:pt>
                <c:pt idx="10">
                  <c:v>67745</c:v>
                </c:pt>
                <c:pt idx="11">
                  <c:v>65650</c:v>
                </c:pt>
                <c:pt idx="12">
                  <c:v>78550</c:v>
                </c:pt>
                <c:pt idx="13">
                  <c:v>92575</c:v>
                </c:pt>
                <c:pt idx="14">
                  <c:v>76600</c:v>
                </c:pt>
                <c:pt idx="15">
                  <c:v>102350</c:v>
                </c:pt>
                <c:pt idx="16">
                  <c:v>110835</c:v>
                </c:pt>
                <c:pt idx="17">
                  <c:v>121215</c:v>
                </c:pt>
                <c:pt idx="18">
                  <c:v>88665</c:v>
                </c:pt>
                <c:pt idx="19">
                  <c:v>84920</c:v>
                </c:pt>
                <c:pt idx="20">
                  <c:v>127580</c:v>
                </c:pt>
                <c:pt idx="21">
                  <c:v>133455</c:v>
                </c:pt>
                <c:pt idx="22">
                  <c:v>126500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77350</c:v>
                </c:pt>
                <c:pt idx="1">
                  <c:v>96790</c:v>
                </c:pt>
                <c:pt idx="2">
                  <c:v>103515</c:v>
                </c:pt>
                <c:pt idx="3">
                  <c:v>73060</c:v>
                </c:pt>
                <c:pt idx="4">
                  <c:v>92075</c:v>
                </c:pt>
                <c:pt idx="5">
                  <c:v>53340</c:v>
                </c:pt>
                <c:pt idx="6">
                  <c:v>40885</c:v>
                </c:pt>
                <c:pt idx="7">
                  <c:v>65570</c:v>
                </c:pt>
                <c:pt idx="8">
                  <c:v>70760</c:v>
                </c:pt>
                <c:pt idx="9">
                  <c:v>71205</c:v>
                </c:pt>
                <c:pt idx="10">
                  <c:v>42845</c:v>
                </c:pt>
                <c:pt idx="11">
                  <c:v>42050</c:v>
                </c:pt>
                <c:pt idx="12">
                  <c:v>50650</c:v>
                </c:pt>
                <c:pt idx="13">
                  <c:v>51775</c:v>
                </c:pt>
                <c:pt idx="14">
                  <c:v>32800</c:v>
                </c:pt>
                <c:pt idx="15">
                  <c:v>66950</c:v>
                </c:pt>
                <c:pt idx="16">
                  <c:v>70035</c:v>
                </c:pt>
                <c:pt idx="17">
                  <c:v>83115</c:v>
                </c:pt>
                <c:pt idx="18">
                  <c:v>51865</c:v>
                </c:pt>
                <c:pt idx="19">
                  <c:v>48120</c:v>
                </c:pt>
                <c:pt idx="20">
                  <c:v>84880</c:v>
                </c:pt>
                <c:pt idx="21">
                  <c:v>88055</c:v>
                </c:pt>
                <c:pt idx="22">
                  <c:v>83800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16500</c:v>
                </c:pt>
                <c:pt idx="1">
                  <c:v>16500</c:v>
                </c:pt>
                <c:pt idx="2">
                  <c:v>16500</c:v>
                </c:pt>
                <c:pt idx="3">
                  <c:v>16500</c:v>
                </c:pt>
                <c:pt idx="4">
                  <c:v>16500</c:v>
                </c:pt>
                <c:pt idx="5">
                  <c:v>24000</c:v>
                </c:pt>
                <c:pt idx="6">
                  <c:v>24000</c:v>
                </c:pt>
                <c:pt idx="7">
                  <c:v>24000</c:v>
                </c:pt>
                <c:pt idx="8">
                  <c:v>24000</c:v>
                </c:pt>
                <c:pt idx="9">
                  <c:v>17900</c:v>
                </c:pt>
                <c:pt idx="10">
                  <c:v>17900</c:v>
                </c:pt>
                <c:pt idx="11">
                  <c:v>17900</c:v>
                </c:pt>
                <c:pt idx="12">
                  <c:v>17900</c:v>
                </c:pt>
                <c:pt idx="13">
                  <c:v>31100</c:v>
                </c:pt>
                <c:pt idx="14">
                  <c:v>31100</c:v>
                </c:pt>
                <c:pt idx="15">
                  <c:v>31100</c:v>
                </c:pt>
                <c:pt idx="16">
                  <c:v>31100</c:v>
                </c:pt>
                <c:pt idx="17">
                  <c:v>31100</c:v>
                </c:pt>
                <c:pt idx="18">
                  <c:v>31100</c:v>
                </c:pt>
                <c:pt idx="19">
                  <c:v>31100</c:v>
                </c:pt>
                <c:pt idx="20">
                  <c:v>35700</c:v>
                </c:pt>
                <c:pt idx="21">
                  <c:v>35700</c:v>
                </c:pt>
                <c:pt idx="22">
                  <c:v>35700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9700</c:v>
                </c:pt>
                <c:pt idx="1">
                  <c:v>5100</c:v>
                </c:pt>
                <c:pt idx="2">
                  <c:v>5700</c:v>
                </c:pt>
                <c:pt idx="3">
                  <c:v>7000</c:v>
                </c:pt>
                <c:pt idx="4">
                  <c:v>12700</c:v>
                </c:pt>
                <c:pt idx="5">
                  <c:v>7000</c:v>
                </c:pt>
                <c:pt idx="6">
                  <c:v>5100</c:v>
                </c:pt>
                <c:pt idx="7">
                  <c:v>15400</c:v>
                </c:pt>
                <c:pt idx="8">
                  <c:v>4300</c:v>
                </c:pt>
                <c:pt idx="9">
                  <c:v>5700</c:v>
                </c:pt>
                <c:pt idx="10">
                  <c:v>7000</c:v>
                </c:pt>
                <c:pt idx="11">
                  <c:v>5700</c:v>
                </c:pt>
                <c:pt idx="12">
                  <c:v>10000</c:v>
                </c:pt>
                <c:pt idx="13">
                  <c:v>9700</c:v>
                </c:pt>
                <c:pt idx="14">
                  <c:v>12700</c:v>
                </c:pt>
                <c:pt idx="15">
                  <c:v>4300</c:v>
                </c:pt>
                <c:pt idx="16">
                  <c:v>9700</c:v>
                </c:pt>
                <c:pt idx="17">
                  <c:v>7000</c:v>
                </c:pt>
                <c:pt idx="18">
                  <c:v>5700</c:v>
                </c:pt>
                <c:pt idx="19">
                  <c:v>5700</c:v>
                </c:pt>
                <c:pt idx="20">
                  <c:v>7000</c:v>
                </c:pt>
                <c:pt idx="21">
                  <c:v>9700</c:v>
                </c:pt>
                <c:pt idx="22">
                  <c:v>7000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August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August against August last year: 86.7%; Year to date against the same period last year: 59.9%; Gross margin, year to date: 63.7%. Revenue is 59.9% up on the same period last year, year to date ($259,955 against $162,550). Training makes the highest gross margin (71.3%); Projects the lowest (62.9%). The business needs 54.3% gross margin just to cover overheads. Projects: 62.9% gross margin, 22.9 points over the 40.0% target ($39,353 ahead on $171,855 this financial year to date). Training: 71.3% gross margin, 31.3 points over the 40.0% target ($5,220 ahead on $16,700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August against August last year: 95.6%; Year to date against the same period last year: 50.7%; Gross margin, year to date: 62.9%. Projects brought in $171,855 this financial year to date, 50.7% on the same period last year (slower than the business as a whole, 59.9%), at a 62.9% gross margin (below the 63.7% overall). Projects: 62.9% gross margin, 22.9 points over the 40.0% target ($39,353 ahead on $171,855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August against August last year: 99.4%; Year to date against the same period last year: 99.4%; Gross margin, year to date: 63.9%. Retainers brought in $71,400 this financial year to date, 99.4% on the same period last year (faster than the business as a whole, 59.9%), at a 63.9% gross margin (above the 63.7% overall). Retainers: 63.9% gross margin, 23.9 points over the 40.0% target ($17,100 ahead on $71,400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August against August last year: 0.0%; Year to date against the same period last year: 31.5%; Gross margin, year to date: 71.3%. Training brought in $16,700 this financial year to date, 31.5% on the same period last year (slower than the business as a whole, 59.9%), at a 71.3% gross margin (above the 63.7% overall). Training: 71.3% gross margin, 31.3 points over the 40.0% target ($5,220 ahead on $16,700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Aug 2026) against the same period last year · Services. From gross margin to profit: August's client work made $79,880 gross margin (63.1%). Consultant time not charged to client work took $15,000 and overheads $53,650, leaving $11,230 profit before tax (8.9% of revenue). To cover overheads, client work needs a 54.3%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86.7%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$126,500 against $67,745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$259,955 against $162,550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$165,655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59.9% up on the same period last year, year to date ($259,955 against $162,550). Training makes the highest gross margin (71.3%); Projects the lowest (62.9%). The business needs 54.3%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62.9% gross margin, 22.9 points over the 40.0% target ($39,353 ahead on $171,855 this financial year to date). Training: 71.3% gross margin, 31.3 points over the 40.0% target ($5,220 ahead on $16,700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95.6%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$83,800 against $42,845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50.7%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$171,855 against $114,050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62.9%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$108,095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$171,855 this financial year to date, 50.7% on the same period last year (slower than the business as a whole, 59.9%), at a 62.9% gross margin (below the 63.7%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62.9% gross margin, 22.9 points over the 40.0% target ($39,353 ahead on $171,855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$35,700 against $17,900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99.4%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$71,400 against $35,800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$45,660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$71,400 this financial year to date, 99.4% on the same period last year (faster than the business as a whole, 59.9%), at a 63.9% gross margin (above the 63.7%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63.9% gross margin, 23.9 points over the 40.0% target ($17,100 ahead on $71,400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against August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0.0%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$7,000 against $7,000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against the same period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31.5%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$16,700 against $12,700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71.3%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$11,900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$16,700 this financial year to date, 31.5% on the same period last year (slower than the business as a whole, 59.9%), at a 71.3% gross margin (above the 63.7%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71.3% gross margin, 31.3 points over the 40.0% target ($5,220 ahead on $16,700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Aug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From gross margin to profit: August's client work made $79,880 gross margin (63.1%). Consultant time not charged to client work took $15,000 and overheads $53,650, leaving $11,230 profit before tax (8.9% of revenue). To cover overheads, client work needs a 54.3%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129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$171,855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$114,050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$108,095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$71,400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$35,800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$45,660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63.9%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$259,955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$162,550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59.9%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$165,655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63.7%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