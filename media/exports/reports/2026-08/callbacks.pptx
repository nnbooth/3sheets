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  <c:pt idx="22">
                  <c:v>57.1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Phone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51.9</c:v>
                </c:pt>
                <c:pt idx="1">
                  <c:v>55.9</c:v>
                </c:pt>
                <c:pt idx="2">
                  <c:v>65.4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August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August: 57.1%; Median wait, August: 113 min; Enquiries, August: 112. 57.1% of the 112 enquiries called back in August heard back within 2 working hours (target 80.0%), down from 57.4% in July. The median wait was 113 working minutes. 26 more enquiries would have needed a faster callback to reach the 80.0% target. Web form enquiries are the slowest: 51.9%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August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July 57.4%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113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122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57.1% of the 112 enquiries called back in August heard back within 2 working hours (target 80.0%), down from 57.4% in July. The median wait was 113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26 more enquiries would have needed a faster callback to reach the 80.0% target. Web form enquiries are the slowest: 51.9%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