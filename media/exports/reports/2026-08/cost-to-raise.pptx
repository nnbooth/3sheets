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0"¢";[Red](0"¢")</c:formatCode>
                <c:ptCount val="23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  <c:pt idx="21">
                  <c:v>11</c:v>
                </c:pt>
                <c:pt idx="22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August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August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August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August cost 13¢ to raise each dollar, against 11¢ in July. This financial year to date it has cost 12¢ a dollar,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August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10¢ to raise each dollar this financial year to date ($14,200 of grant writing and reporting for $146,318),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August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15¢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13¢ to raise each dollar this financial year to date ($4,400 of donor campaigns for $32,700), against 15¢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August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Aug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– to raise each dollar this financial year to date ($2,400 of event costs for $0).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