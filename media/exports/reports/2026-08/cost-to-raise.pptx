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12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0"¢";[Red](0"¢")</c:formatCode>
                <c:ptCount val="23"/>
                <c:pt idx="0">
                  <c:v>21</c:v>
                </c:pt>
                <c:pt idx="1">
                  <c:v>19</c:v>
                </c:pt>
                <c:pt idx="2">
                  <c:v>22</c:v>
                </c:pt>
                <c:pt idx="3">
                  <c:v>12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13</c:v>
                </c:pt>
                <c:pt idx="9">
                  <c:v>13</c:v>
                </c:pt>
                <c:pt idx="10">
                  <c:v>12</c:v>
                </c:pt>
                <c:pt idx="11">
                  <c:v>21</c:v>
                </c:pt>
                <c:pt idx="12">
                  <c:v>11</c:v>
                </c:pt>
                <c:pt idx="13">
                  <c:v>11</c:v>
                </c:pt>
                <c:pt idx="14">
                  <c:v>14</c:v>
                </c:pt>
                <c:pt idx="15">
                  <c:v>13</c:v>
                </c:pt>
                <c:pt idx="16">
                  <c:v>13</c:v>
                </c:pt>
                <c:pt idx="17">
                  <c:v>13</c:v>
                </c:pt>
                <c:pt idx="18">
                  <c:v>11</c:v>
                </c:pt>
                <c:pt idx="19">
                  <c:v>10</c:v>
                </c:pt>
                <c:pt idx="20">
                  <c:v>11</c:v>
                </c:pt>
                <c:pt idx="21">
                  <c:v>11</c:v>
                </c:pt>
                <c:pt idx="22">
                  <c:v>13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August · all fundraising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11¢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Aug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12¢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12¢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source, August 2026 (cents) · Source: All fundraising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August cost 13¢ to raise each dollar, against 11¢ in July. This financial year to date it has cost 12¢ a dollar, against 12¢ in the same period last year.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August ·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10¢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Aug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12¢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Grants cost 10¢ to raise each dollar this financial year to date ($14,200 of grant writing and reporting for $146,318), against 12¢ in the same period last year.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August · Donations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12¢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15¢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Aug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15¢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Donations cost 13¢ to raise each dollar this financial year to date ($4,400 of donor campaigns for $32,700), against 15¢ in the same period last year.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August · Fundraising events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none raised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Aug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Fundraising events cost – to raise each dollar this financial year to date ($2,400 of event costs for $0).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month (cents) · Cents per $1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Months with an event (the gala, the Christmas appeal) jump. A gap means nothing was raised that month.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