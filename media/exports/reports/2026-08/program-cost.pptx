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5271</c:v>
                </c:pt>
                <c:pt idx="1">
                  <c:v>7204</c:v>
                </c:pt>
                <c:pt idx="2">
                  <c:v>9137</c:v>
                </c:pt>
                <c:pt idx="3">
                  <c:v>16517</c:v>
                </c:pt>
                <c:pt idx="4">
                  <c:v>37778</c:v>
                </c:pt>
                <c:pt idx="5">
                  <c:v>53592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1630.79999999999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  <c:pt idx="16">
                  <c:v>26508</c:v>
                </c:pt>
                <c:pt idx="17">
                  <c:v>24832</c:v>
                </c:pt>
                <c:pt idx="18">
                  <c:v>23730</c:v>
                </c:pt>
                <c:pt idx="19">
                  <c:v>31337</c:v>
                </c:pt>
                <c:pt idx="20">
                  <c:v>29994</c:v>
                </c:pt>
                <c:pt idx="21">
                  <c:v>29097</c:v>
                </c:pt>
                <c:pt idx="22">
                  <c:v>30500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  <c:pt idx="16">
                  <c:v>20743</c:v>
                </c:pt>
                <c:pt idx="17">
                  <c:v>16515</c:v>
                </c:pt>
                <c:pt idx="18">
                  <c:v>20451</c:v>
                </c:pt>
                <c:pt idx="19">
                  <c:v>21174</c:v>
                </c:pt>
                <c:pt idx="20">
                  <c:v>20366</c:v>
                </c:pt>
                <c:pt idx="21">
                  <c:v>23274</c:v>
                </c:pt>
                <c:pt idx="22">
                  <c:v>21500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9584</c:v>
                </c:pt>
                <c:pt idx="19">
                  <c:v>8950</c:v>
                </c:pt>
                <c:pt idx="20">
                  <c:v>9797</c:v>
                </c:pt>
                <c:pt idx="21">
                  <c:v>8669</c:v>
                </c:pt>
                <c:pt idx="22">
                  <c:v>9400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  <c:pt idx="16">
                  <c:v>5408</c:v>
                </c:pt>
                <c:pt idx="17">
                  <c:v>5427</c:v>
                </c:pt>
                <c:pt idx="18">
                  <c:v>5509</c:v>
                </c:pt>
                <c:pt idx="19">
                  <c:v>4635</c:v>
                </c:pt>
                <c:pt idx="20">
                  <c:v>4316</c:v>
                </c:pt>
                <c:pt idx="21">
                  <c:v>4813</c:v>
                </c:pt>
                <c:pt idx="22">
                  <c:v>5200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3600</c:v>
                </c:pt>
                <c:pt idx="22">
                  <c:v>4100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2932</c:v>
                </c:pt>
                <c:pt idx="18">
                  <c:v>3555</c:v>
                </c:pt>
                <c:pt idx="19">
                  <c:v>2649</c:v>
                </c:pt>
                <c:pt idx="20">
                  <c:v>2699</c:v>
                </c:pt>
                <c:pt idx="21">
                  <c:v>3165</c:v>
                </c:pt>
                <c:pt idx="22">
                  <c:v>3000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August 2026.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$53,592 in August once its share of untied program costs and administration is added to $30,500 of grant spending. Shared costs add 75.7%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$53,592 in full in August: $30,500 paid by the State Housing Program grant, and $23,092 of shared costs no grant covers. It has spent 94.4% of its budget to date, with $133,500 left and 4 months to go. The full cost is $53,592 a month; $23,092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$37,778 in full in August: $21,500 paid by the State Department of Families grant, and $16,278 of shared costs no grant covers. It has spent 101.3% of its budget to date, with $196,500 left and 10 months to go. The full cost is $37,778 a month; $16,278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Mental health first aid. Mental health first aid cost $16,517 in full in August: $9,400 paid by the Federal health program grant, and $7,117 of shared costs no grant covers. It has spent 92.8% of its budget to date, with $73,600 left and 7 months to go. The full cost is $16,517 a month; $7,117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$9,137 in full in August: $5,200 paid by the Philanthropic foundation grant, and $3,937 of shared costs no grant covers. It has spent 99.5% of its budget to date, with $35,300 left and 7 months to go. The full cost is $9,137 a month; $3,937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meals. Community meals cost $7,204 in full in August: $4,100 paid by the Local council community grant grant, and $3,104 of shared costs no grant covers. It has spent 96.3% of its budget to date, with $40,300 left and 10 months to go. The full cost is $7,204 a month; $3,104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$5,271 in full in August: $3,000 paid by the State volunteering grant grant, and $2,271 of shared costs no grant covers. It has spent 100.0% of its budget to date, with $18,000 left and 6 months to go. The full cost is $5,271 a month; $2,271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August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0358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05884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$53,592 in August once its share of untied program costs and administration is added to $30,500 of grant spending. Shared costs add 75.7%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405884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$53,592 in full in August: $30,500 paid by the State Housing Program grant, and $23,092 of shared costs no grant covers. It has spent 94.4% of its budget to date, with $133,500 left and 4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$53,592 a month; $23,092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$37,778 in full in August: $21,500 paid by the State Department of Families grant, and $16,278 of shared costs no grant covers. It has spent 101.3% of its budget to date, with $196,500 left and 10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$37,778 a month; $16,278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Mental health first aid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Mental health first aid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cost $16,517 in full in August: $9,400 paid by the Federal health program grant, and $7,117 of shared costs no grant covers. It has spent 92.8% of its budget to date, with $73,600 left and 7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$16,517 a month; $7,117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$9,137 in full in August: $5,200 paid by the Philanthropic foundation grant, and $3,937 of shared costs no grant covers. It has spent 99.5% of its budget to date, with $35,300 left and 7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$9,137 a month; $3,937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cost $7,204 in full in August: $4,100 paid by the Local council community grant grant, and $3,104 of shared costs no grant covers. It has spent 96.3% of its budget to date, with $40,300 left and 10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$7,204 a month; $3,104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$5,271 in full in August: $3,000 paid by the State volunteering grant grant, and $2,271 of shared costs no grant covers. It has spent 100.0% of its budget to date, with $18,000 left and 6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$5,271 a month; $2,271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