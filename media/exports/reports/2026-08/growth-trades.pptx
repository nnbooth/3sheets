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171009</c:v>
                </c:pt>
                <c:pt idx="1">
                  <c:v>179474</c:v>
                </c:pt>
                <c:pt idx="2">
                  <c:v>143156</c:v>
                </c:pt>
                <c:pt idx="3">
                  <c:v>140909</c:v>
                </c:pt>
                <c:pt idx="4">
                  <c:v>160943</c:v>
                </c:pt>
                <c:pt idx="5">
                  <c:v>135082</c:v>
                </c:pt>
                <c:pt idx="6">
                  <c:v>124705</c:v>
                </c:pt>
                <c:pt idx="7">
                  <c:v>129816</c:v>
                </c:pt>
                <c:pt idx="8">
                  <c:v>164113</c:v>
                </c:pt>
                <c:pt idx="9">
                  <c:v>186760</c:v>
                </c:pt>
                <c:pt idx="10">
                  <c:v>139164</c:v>
                </c:pt>
                <c:pt idx="11">
                  <c:v>128255</c:v>
                </c:pt>
                <c:pt idx="12">
                  <c:v>128898</c:v>
                </c:pt>
                <c:pt idx="13">
                  <c:v>174786</c:v>
                </c:pt>
                <c:pt idx="14">
                  <c:v>135079</c:v>
                </c:pt>
                <c:pt idx="15">
                  <c:v>164780</c:v>
                </c:pt>
                <c:pt idx="16">
                  <c:v>196372</c:v>
                </c:pt>
                <c:pt idx="17">
                  <c:v>191500</c:v>
                </c:pt>
                <c:pt idx="18">
                  <c:v>164987</c:v>
                </c:pt>
                <c:pt idx="19">
                  <c:v>161963</c:v>
                </c:pt>
                <c:pt idx="20">
                  <c:v>173163</c:v>
                </c:pt>
                <c:pt idx="21">
                  <c:v>193245</c:v>
                </c:pt>
                <c:pt idx="22">
                  <c:v>179007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24670</c:v>
                </c:pt>
                <c:pt idx="1">
                  <c:v>24670</c:v>
                </c:pt>
                <c:pt idx="2">
                  <c:v>24670</c:v>
                </c:pt>
                <c:pt idx="3">
                  <c:v>24670</c:v>
                </c:pt>
                <c:pt idx="4">
                  <c:v>27930</c:v>
                </c:pt>
                <c:pt idx="5">
                  <c:v>27930</c:v>
                </c:pt>
                <c:pt idx="6">
                  <c:v>27930</c:v>
                </c:pt>
                <c:pt idx="7">
                  <c:v>27930</c:v>
                </c:pt>
                <c:pt idx="8">
                  <c:v>31870</c:v>
                </c:pt>
                <c:pt idx="9">
                  <c:v>33200</c:v>
                </c:pt>
                <c:pt idx="10">
                  <c:v>33200</c:v>
                </c:pt>
                <c:pt idx="11">
                  <c:v>33200</c:v>
                </c:pt>
                <c:pt idx="12">
                  <c:v>35800</c:v>
                </c:pt>
                <c:pt idx="13">
                  <c:v>35800</c:v>
                </c:pt>
                <c:pt idx="14">
                  <c:v>35800</c:v>
                </c:pt>
                <c:pt idx="15">
                  <c:v>35800</c:v>
                </c:pt>
                <c:pt idx="16">
                  <c:v>37500</c:v>
                </c:pt>
                <c:pt idx="17">
                  <c:v>37500</c:v>
                </c:pt>
                <c:pt idx="18">
                  <c:v>37500</c:v>
                </c:pt>
                <c:pt idx="19">
                  <c:v>40500</c:v>
                </c:pt>
                <c:pt idx="20">
                  <c:v>40500</c:v>
                </c:pt>
                <c:pt idx="21">
                  <c:v>40500</c:v>
                </c:pt>
                <c:pt idx="22">
                  <c:v>40500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126300</c:v>
                </c:pt>
                <c:pt idx="1">
                  <c:v>131400</c:v>
                </c:pt>
                <c:pt idx="2">
                  <c:v>92600</c:v>
                </c:pt>
                <c:pt idx="3">
                  <c:v>89400</c:v>
                </c:pt>
                <c:pt idx="4">
                  <c:v>106000</c:v>
                </c:pt>
                <c:pt idx="5">
                  <c:v>86100</c:v>
                </c:pt>
                <c:pt idx="6">
                  <c:v>74900</c:v>
                </c:pt>
                <c:pt idx="7">
                  <c:v>80300</c:v>
                </c:pt>
                <c:pt idx="8">
                  <c:v>112700</c:v>
                </c:pt>
                <c:pt idx="9">
                  <c:v>135800</c:v>
                </c:pt>
                <c:pt idx="10">
                  <c:v>86200</c:v>
                </c:pt>
                <c:pt idx="11">
                  <c:v>75100</c:v>
                </c:pt>
                <c:pt idx="12">
                  <c:v>70800</c:v>
                </c:pt>
                <c:pt idx="13">
                  <c:v>113300</c:v>
                </c:pt>
                <c:pt idx="14">
                  <c:v>69700</c:v>
                </c:pt>
                <c:pt idx="15">
                  <c:v>97500</c:v>
                </c:pt>
                <c:pt idx="16">
                  <c:v>129300</c:v>
                </c:pt>
                <c:pt idx="17">
                  <c:v>129400</c:v>
                </c:pt>
                <c:pt idx="18">
                  <c:v>104400</c:v>
                </c:pt>
                <c:pt idx="19">
                  <c:v>92400</c:v>
                </c:pt>
                <c:pt idx="20">
                  <c:v>103200</c:v>
                </c:pt>
                <c:pt idx="21">
                  <c:v>127600</c:v>
                </c:pt>
                <c:pt idx="22">
                  <c:v>109600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20039</c:v>
                </c:pt>
                <c:pt idx="1">
                  <c:v>23404</c:v>
                </c:pt>
                <c:pt idx="2">
                  <c:v>25886</c:v>
                </c:pt>
                <c:pt idx="3">
                  <c:v>26839</c:v>
                </c:pt>
                <c:pt idx="4">
                  <c:v>27013</c:v>
                </c:pt>
                <c:pt idx="5">
                  <c:v>21052</c:v>
                </c:pt>
                <c:pt idx="6">
                  <c:v>21875</c:v>
                </c:pt>
                <c:pt idx="7">
                  <c:v>21586</c:v>
                </c:pt>
                <c:pt idx="8">
                  <c:v>19543</c:v>
                </c:pt>
                <c:pt idx="9">
                  <c:v>17760</c:v>
                </c:pt>
                <c:pt idx="10">
                  <c:v>19764</c:v>
                </c:pt>
                <c:pt idx="11">
                  <c:v>19955</c:v>
                </c:pt>
                <c:pt idx="12">
                  <c:v>22298</c:v>
                </c:pt>
                <c:pt idx="13">
                  <c:v>25686</c:v>
                </c:pt>
                <c:pt idx="14">
                  <c:v>29579</c:v>
                </c:pt>
                <c:pt idx="15">
                  <c:v>31480</c:v>
                </c:pt>
                <c:pt idx="16">
                  <c:v>29572</c:v>
                </c:pt>
                <c:pt idx="17">
                  <c:v>24600</c:v>
                </c:pt>
                <c:pt idx="18">
                  <c:v>23087</c:v>
                </c:pt>
                <c:pt idx="19">
                  <c:v>29063</c:v>
                </c:pt>
                <c:pt idx="20">
                  <c:v>29463</c:v>
                </c:pt>
                <c:pt idx="21">
                  <c:v>25145</c:v>
                </c:pt>
                <c:pt idx="22">
                  <c:v>28907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August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August against August last year: 28.6%; Year to date against the same period last year: 14.2%; Gross margin, year to date: 38.9%. Revenue is 14.2% up on the same period last year, year to date ($372,252 against $325,924). Maintenance contracts make the highest gross margin (59.5%); Installations the lowest (30.8%). The business needs 38.9% gross margin just to cover overheads. Installations: 30.8% gross margin, 4.2 points under the 35.0% target: about $10,060 on $237,200 of revenue this financial year to date. It's below the 38.9% needed to cover overheads, too. Maintenance contracts: 59.5% gross margin, 24.5 points over the 35.0% target ($19,882 ahead on $81,000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August against August last year: 22.0%; Year to date against the same period last year: 22.0%; Gross margin, year to date: 59.5%. Maintenance contracts brought in $81,000 this financial year to date, 22.0% on the same period last year (faster than the business as a whole, 14.2%), at a 59.5% gross margin (above the 38.9% overall). Maintenance contracts: 59.5% gross margin, 24.5 points over the 35.0% target ($19,882 ahead on $81,000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August against August last year: 27.1%; Year to date against the same period last year: 6.8%; Gross margin, year to date: 30.8%. Installations brought in $237,200 this financial year to date, 6.8% on the same period last year (slower than the business as a whole, 14.2%), at a 30.8% gross margin (below the 38.9% overall). Installations: 30.8% gross margin, 4.2 points under the 35.0% target: about $10,060 on $237,200 of revenue this financial year to date. It's below the 38.9%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August against August last year: 46.3%; Year to date against the same period last year: 44.0%; Gross margin, year to date: 43.6%. Call-outs and repairs brought in $54,052 this financial year to date, 44.0% on the same period last year (faster than the business as a whole, 14.2%), at a 43.6% gross margin (above the 38.9% overall). Call-outs and repairs: 43.6% gross margin, 8.6 points over the 35.0% target ($4,648 ahead on $54,052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Aug 2026) against the same period last year · Trades. From gross margin to profit: August's jobs made $73,637 gross margin (41.1%). Technician time not charged to jobs took $10,060 and overheads $59,500, leaving $4,077 profit before tax (2.3% of revenue). To cover overheads, jobs need a 38.9%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28.6%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$179,007 against $139,164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$372,252 against $325,924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$144,758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14.2% up on the same period last year, year to date ($372,252 against $325,924). Maintenance contracts make the highest gross margin (59.5%); Installations the lowest (30.8%). The business needs 38.9%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30.8% gross margin, 4.2 points under the 35.0% target: about $10,060 on $237,200 of revenue this financial year to date. It's below the 38.9% needed to cover overheads, too. Maintenance contracts: 59.5% gross margin, 24.5 points over the 35.0% target ($19,882 ahead on $81,000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$40,500 against $33,200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22.0%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$81,000 against $66,400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$48,232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$81,000 this financial year to date, 22.0% on the same period last year (faster than the business as a whole, 14.2%), at a 59.5% gross margin (above the 38.9%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59.5% gross margin, 24.5 points over the 35.0% target ($19,882 ahead on $81,000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27.1%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$109,600 against $86,200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$237,200 against $222,000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$72,960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$237,200 this financial year to date, 6.8% on the same period last year (slower than the business as a whole, 14.2%), at a 30.8% gross margin (below the 38.9%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30.8% gross margin, 4.2 points under the 35.0% target: about $10,060 on $237,200 of revenue this financial year to date. It's below the 38.9% needed to cover overheads, too.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46.3%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$28,907 against $19,764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$54,052 against $37,524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$23,566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$54,052 this financial year to date, 44.0% on the same period last year (faster than the business as a whole, 14.2%), at a 43.6% gross margin (above the 38.9%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43.6% gross margin, 8.6 points over the 35.0% target ($4,648 ahead on $54,052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Aug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August's jobs made $73,637 gross margin (41.1%). Technician time not charged to jobs took $10,060 and overheads $59,500, leaving $4,077 profit before tax (2.3% of revenue). To cover overheads, jobs need a 38.9%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12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$66,400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$48,232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$237,200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$222,000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$72,960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$54,052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$37,524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$23,566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$372,252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$325,924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14.2%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$144,758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38.9%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