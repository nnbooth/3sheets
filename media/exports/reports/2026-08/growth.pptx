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  <c:pt idx="17">
                  <c:v>191500</c:v>
                </c:pt>
                <c:pt idx="18">
                  <c:v>164987</c:v>
                </c:pt>
                <c:pt idx="19">
                  <c:v>161963</c:v>
                </c:pt>
                <c:pt idx="20">
                  <c:v>173163</c:v>
                </c:pt>
                <c:pt idx="21">
                  <c:v>193245</c:v>
                </c:pt>
                <c:pt idx="22">
                  <c:v>179007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  <c:pt idx="17">
                  <c:v>37500</c:v>
                </c:pt>
                <c:pt idx="18">
                  <c:v>37500</c:v>
                </c:pt>
                <c:pt idx="19">
                  <c:v>40500</c:v>
                </c:pt>
                <c:pt idx="20">
                  <c:v>40500</c:v>
                </c:pt>
                <c:pt idx="21">
                  <c:v>40500</c:v>
                </c:pt>
                <c:pt idx="22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  <c:pt idx="17">
                  <c:v>129400</c:v>
                </c:pt>
                <c:pt idx="18">
                  <c:v>104400</c:v>
                </c:pt>
                <c:pt idx="19">
                  <c:v>92400</c:v>
                </c:pt>
                <c:pt idx="20">
                  <c:v>103200</c:v>
                </c:pt>
                <c:pt idx="21">
                  <c:v>127600</c:v>
                </c:pt>
                <c:pt idx="22">
                  <c:v>109600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  <c:pt idx="17">
                  <c:v>24600</c:v>
                </c:pt>
                <c:pt idx="18">
                  <c:v>23087</c:v>
                </c:pt>
                <c:pt idx="19">
                  <c:v>29063</c:v>
                </c:pt>
                <c:pt idx="20">
                  <c:v>29463</c:v>
                </c:pt>
                <c:pt idx="21">
                  <c:v>25145</c:v>
                </c:pt>
                <c:pt idx="22">
                  <c:v>28907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  <c:pt idx="16">
                  <c:v>100055</c:v>
                </c:pt>
                <c:pt idx="17">
                  <c:v>109865</c:v>
                </c:pt>
                <c:pt idx="18">
                  <c:v>80590</c:v>
                </c:pt>
                <c:pt idx="19">
                  <c:v>77090</c:v>
                </c:pt>
                <c:pt idx="20">
                  <c:v>115550</c:v>
                </c:pt>
                <c:pt idx="21">
                  <c:v>120755</c:v>
                </c:pt>
                <c:pt idx="22">
                  <c:v>114640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  <c:pt idx="16">
                  <c:v>62955</c:v>
                </c:pt>
                <c:pt idx="17">
                  <c:v>75165</c:v>
                </c:pt>
                <c:pt idx="18">
                  <c:v>47090</c:v>
                </c:pt>
                <c:pt idx="19">
                  <c:v>43590</c:v>
                </c:pt>
                <c:pt idx="20">
                  <c:v>76650</c:v>
                </c:pt>
                <c:pt idx="21">
                  <c:v>79455</c:v>
                </c:pt>
                <c:pt idx="22">
                  <c:v>75740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  <c:pt idx="16">
                  <c:v>28300</c:v>
                </c:pt>
                <c:pt idx="17">
                  <c:v>28300</c:v>
                </c:pt>
                <c:pt idx="18">
                  <c:v>28300</c:v>
                </c:pt>
                <c:pt idx="19">
                  <c:v>28300</c:v>
                </c:pt>
                <c:pt idx="20">
                  <c:v>32500</c:v>
                </c:pt>
                <c:pt idx="21">
                  <c:v>32500</c:v>
                </c:pt>
                <c:pt idx="22">
                  <c:v>32500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  <c:pt idx="16">
                  <c:v>8800</c:v>
                </c:pt>
                <c:pt idx="17">
                  <c:v>6400</c:v>
                </c:pt>
                <c:pt idx="18">
                  <c:v>5200</c:v>
                </c:pt>
                <c:pt idx="19">
                  <c:v>5200</c:v>
                </c:pt>
                <c:pt idx="20">
                  <c:v>6400</c:v>
                </c:pt>
                <c:pt idx="21">
                  <c:v>8800</c:v>
                </c:pt>
                <c:pt idx="22">
                  <c:v>6400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August against August last year: 28.6%; Year to date against the same period last year: 14.2%; Gross margin, year to date: 38.9%. Revenue is 14.2% up on the same period last year, year to date ($372,252 against $325,924). Maintenance contracts make the highest gross margin (59.5%); Installations the lowest (30.8%). The business needs 38.9% gross margin just to cover overheads. Installations: 30.8% gross margin, 4.2 points under the 35.0% target: about $10,060 on $237,200 of revenue this financial year to date. It's below the 38.9% needed to cover overheads, too. Maintenance contracts: 59.5% gross margin, 24.5 points over the 35.0% target ($19,882 ahead on $81,000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August against August last year: 22.0%; Year to date against the same period last year: 22.0%; Gross margin, year to date: 59.5%. Maintenance contracts brought in $81,000 this financial year to date, 22.0% on the same period last year (faster than the business as a whole, 14.2%), at a 59.5% gross margin (above the 38.9% overall). Maintenance contracts: 59.5% gross margin, 24.5 points over the 35.0% target ($19,882 ahead on $81,000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August against August last year: 27.1%; Year to date against the same period last year: 6.8%; Gross margin, year to date: 30.8%. Installations brought in $237,200 this financial year to date, 6.8% on the same period last year (slower than the business as a whole, 14.2%), at a 30.8% gross margin (below the 38.9% overall). Installations: 30.8% gross margin, 4.2 points under the 35.0% target: about $10,060 on $237,200 of revenue this financial year to date. It's below the 38.9%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August against August last year: 46.3%; Year to date against the same period last year: 44.0%; Gross margin, year to date: 43.6%. Call-outs and repairs brought in $54,052 this financial year to date, 44.0% on the same period last year (faster than the business as a whole, 14.2%), at a 43.6% gross margin (above the 38.9% overall). Call-outs and repairs: 43.6% gross margin, 8.6 points over the 35.0% target ($4,648 ahead on $54,052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Aug 2026) against the same period last year · Trades. From gross margin to profit: August's jobs made $73,637 gross margin (41.1%). Technician time not charged to jobs took $10,060 and overheads $59,500, leaving $4,077 profit before tax (2.3% of revenue). To cover overheads, jobs need a 38.9%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August against August last year: 86.5%; Year to date against the same period last year: 59.3%; Gross margin, year to date: 59.9%. Revenue is 59.3% up on the same period last year, year to date ($235,395 against $147,795). Training makes the highest gross margin (68.4%); Projects the lowest (58.9%). The business needs 52.7% gross margin just to cover overheads. Projects: 58.9% gross margin, 18.9 points over the 40.0% target ($29,357 ahead on $155,195 this financial year to date). Training: 68.4% gross margin, 28.4 points over the 40.0% target ($4,320 ahead on $15,200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August against August last year: 95.3%; Year to date against the same period last year: 49.8%; Gross margin, year to date: 58.9%. Projects brought in $155,195 this financial year to date, 49.8% on the same period last year (slower than the business as a whole, 59.3%), at a 58.9% gross margin (below the 59.9% overall). Projects: 58.9% gross margin, 18.9 points over the 40.0% target ($29,357 ahead on $155,195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August against August last year: 99.4%; Year to date against the same period last year: 99.4%; Gross margin, year to date: 60.4%. Retainers brought in $65,000 this financial year to date, 99.4% on the same period last year (faster than the business as a whole, 59.3%), at a 60.4% gross margin (above the 59.9% overall). Retainers: 60.4% gross margin, 20.4 points over the 40.0% target ($13,260 ahead on $65,000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August against August last year: 0.0%; Year to date against the same period last year: 31.0%; Gross margin, year to date: 68.4%. Training brought in $15,200 this financial year to date, 31.0% on the same period last year (slower than the business as a whole, 59.3%), at a 68.4% gross margin (above the 59.9% overall). Training: 68.4% gross margin, 28.4 points over the 40.0% target ($4,320 ahead on $15,200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Aug 2026) against the same period last year · Services. From gross margin to profit: August's client work made $68,020 gross margin (59.3%). Consultant time not charged to client work took $6,780 and overheads $53,650, leaving $7,590 profit before tax (6.6% of revenue). To cover overheads, client work needs a 52.7%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$179,007 against $139,164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$372,252 against $325,924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$144,758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14.2% up on the same period last year, year to date ($372,252 against $325,924). Maintenance contracts make the highest gross margin (59.5%); Installations the lowest (30.8%). The business needs 38.9%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30.8% gross margin, 4.2 points under the 35.0% target: about $10,060 on $237,200 of revenue this financial year to date. It's below the 38.9% needed to cover overheads, too. Maintenance contracts: 59.5% gross margin, 24.5 points over the 35.0% target ($19,882 ahead on $81,000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$33,200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$81,000 against $66,400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$48,232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$81,000 this financial year to date, 22.0% on the same period last year (faster than the business as a whole, 14.2%), at a 59.5% gross margin (above the 38.9%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($19,882 ahead on $81,000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$109,600 against $86,200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$237,200 against $222,000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$72,960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$237,200 this financial year to date, 6.8% on the same period last year (slower than the business as a whole, 14.2%), at a 30.8% gross margin (below the 38.9%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30.8% gross margin, 4.2 points under the 35.0% target: about $10,060 on $237,200 of revenue this financial year to date. It's below the 38.9%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$28,907 against $19,764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$54,052 against $37,524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$23,566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$54,052 this financial year to date, 44.0% on the same period last year (faster than the business as a whole, 14.2%), at a 43.6% gross margin (above the 38.9%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43.6% gross margin, 8.6 points over the 35.0% target ($4,648 ahead on $54,052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Aug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August's jobs made $73,637 gross margin (41.1%). Technician time not charged to jobs took $10,060 and overheads $59,500, leaving $4,077 profit before tax (2.3% of revenue). To cover overheads, jobs need a 38.9%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$48,232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$72,960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$23,566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$372,252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$325,924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$144,758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86.5%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$114,640 against $61,475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$235,395 against $147,795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$141,095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59.3% up on the same period last year, year to date ($235,395 against $147,795). Training makes the highest gross margin (68.4%); Projects the lowest (58.9%). The business needs 52.7%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58.9% gross margin, 18.9 points over the 40.0% target ($29,357 ahead on $155,195 this financial year to date). Training: 68.4% gross margin, 28.4 points over the 40.0% target ($4,320 ahead on $15,200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$75,740 against $38,775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$155,195 against $103,595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$91,435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$155,195 this financial year to date, 49.8% on the same period last year (slower than the business as a whole, 59.3%), at a 58.9% gross margin (below the 59.9%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58.9% gross margin, 18.9 points over the 40.0% target ($29,357 ahead on $155,195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$32,500 against $16,300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$65,000 against $32,600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$39,260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$65,000 this financial year to date, 99.4% on the same period last year (faster than the business as a whole, 59.3%), at a 60.4% gross margin (above the 59.9%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60.4% gross margin, 20.4 points over the 40.0% target ($13,260 ahead on $65,000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$6,400 against $6,400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$15,200 against $11,600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$10,400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$15,200 this financial year to date, 31.0% on the same period last year (slower than the business as a whole, 59.3%), at a 68.4% gross margin (above the 59.9%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68.4% gross margin, 28.4 points over the 40.0% target ($4,320 ahead on $15,200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Aug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August's client work made $68,020 gross margin (59.3%). Consultant time not charged to client work took $6,780 and overheads $53,650, leaving $7,590 profit before tax (6.6% of revenue). To cover overheads, client work needs a 52.7%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$155,195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$103,595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$91,435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$235,395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$147,795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$141,095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