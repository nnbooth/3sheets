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cat>
            <c:strRef>
              <c:f>Sheet1!$A$2:$A$3</c:f>
              <c:strCache>
                <c:ptCount val="2"/>
                <c:pt idx="0">
                  <c:v>Grants</c:v>
                </c:pt>
                <c:pt idx="1">
                  <c:v>Donations</c:v>
                </c:pt>
              </c:strCache>
            </c:strRef>
          </c:cat>
          <c:val>
            <c:numRef>
              <c:f>Sheet1!$B$2:$B$3</c:f>
              <c:numCache>
                <c:formatCode>0"¢";[Red](0"¢")</c:formatCode>
                <c:ptCount val="2"/>
                <c:pt idx="0">
                  <c:v>10</c:v>
                </c:pt>
                <c:pt idx="1">
                  <c:v>12</c:v>
                </c:pt>
              </c:numCache>
            </c:numRef>
          </c:val>
        </c:ser>
        <c:dLbls>
          <c:numFmt formatCode="0&quot;¢&quot;;[Red](0&quot;¢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Sheet1!$A$2:$A$24</c:f>
              <c:strCache>
                <c:ptCount val="2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</c:strCache>
            </c:strRef>
          </c:cat>
          <c:val>
            <c:numRef>
              <c:f>Sheet1!$B$2:$B$24</c:f>
              <c:numCache>
                <c:formatCode>$#,##0;[Red]($#,##0);"-"</c:formatCode>
                <c:ptCount val="23"/>
                <c:pt idx="0">
                  <c:v>41900</c:v>
                </c:pt>
                <c:pt idx="1">
                  <c:v>49500</c:v>
                </c:pt>
                <c:pt idx="2">
                  <c:v>60600</c:v>
                </c:pt>
                <c:pt idx="3">
                  <c:v>75100</c:v>
                </c:pt>
                <c:pt idx="4">
                  <c:v>77300</c:v>
                </c:pt>
                <c:pt idx="5">
                  <c:v>70200</c:v>
                </c:pt>
                <c:pt idx="6">
                  <c:v>77200</c:v>
                </c:pt>
                <c:pt idx="7">
                  <c:v>77500</c:v>
                </c:pt>
                <c:pt idx="8">
                  <c:v>90300</c:v>
                </c:pt>
                <c:pt idx="9">
                  <c:v>72563</c:v>
                </c:pt>
                <c:pt idx="10">
                  <c:v>77544</c:v>
                </c:pt>
                <c:pt idx="11">
                  <c:v>115037</c:v>
                </c:pt>
                <c:pt idx="12">
                  <c:v>85385</c:v>
                </c:pt>
                <c:pt idx="13">
                  <c:v>88864</c:v>
                </c:pt>
                <c:pt idx="14">
                  <c:v>101093</c:v>
                </c:pt>
                <c:pt idx="15">
                  <c:v>72885</c:v>
                </c:pt>
                <c:pt idx="16">
                  <c:v>72159</c:v>
                </c:pt>
                <c:pt idx="17">
                  <c:v>70306</c:v>
                </c:pt>
                <c:pt idx="18">
                  <c:v>83329</c:v>
                </c:pt>
                <c:pt idx="19">
                  <c:v>88845</c:v>
                </c:pt>
                <c:pt idx="20">
                  <c:v>110972</c:v>
                </c:pt>
                <c:pt idx="21">
                  <c:v>86918</c:v>
                </c:pt>
                <c:pt idx="22">
                  <c:v>92100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Sheet1!$A$2:$A$24</c:f>
              <c:strCache>
                <c:ptCount val="2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</c:strCache>
            </c:strRef>
          </c:cat>
          <c:val>
            <c:numRef>
              <c:f>Sheet1!$B$2:$B$24</c:f>
              <c:numCache>
                <c:formatCode>$#,##0;[Red]($#,##0);"-"</c:formatCode>
                <c:ptCount val="23"/>
                <c:pt idx="0">
                  <c:v>33200</c:v>
                </c:pt>
                <c:pt idx="1">
                  <c:v>39900</c:v>
                </c:pt>
                <c:pt idx="2">
                  <c:v>47100</c:v>
                </c:pt>
                <c:pt idx="3">
                  <c:v>66400</c:v>
                </c:pt>
                <c:pt idx="4">
                  <c:v>68600</c:v>
                </c:pt>
                <c:pt idx="5">
                  <c:v>61500</c:v>
                </c:pt>
                <c:pt idx="6">
                  <c:v>68500</c:v>
                </c:pt>
                <c:pt idx="7">
                  <c:v>68800</c:v>
                </c:pt>
                <c:pt idx="8">
                  <c:v>78300</c:v>
                </c:pt>
                <c:pt idx="9">
                  <c:v>63263</c:v>
                </c:pt>
                <c:pt idx="10">
                  <c:v>68244</c:v>
                </c:pt>
                <c:pt idx="11">
                  <c:v>90537</c:v>
                </c:pt>
                <c:pt idx="12">
                  <c:v>76085</c:v>
                </c:pt>
                <c:pt idx="13">
                  <c:v>78664</c:v>
                </c:pt>
                <c:pt idx="14">
                  <c:v>86993</c:v>
                </c:pt>
                <c:pt idx="15">
                  <c:v>63585</c:v>
                </c:pt>
                <c:pt idx="16">
                  <c:v>62859</c:v>
                </c:pt>
                <c:pt idx="17">
                  <c:v>61006</c:v>
                </c:pt>
                <c:pt idx="18">
                  <c:v>74029</c:v>
                </c:pt>
                <c:pt idx="19">
                  <c:v>79545</c:v>
                </c:pt>
                <c:pt idx="20">
                  <c:v>98372</c:v>
                </c:pt>
                <c:pt idx="21">
                  <c:v>77618</c:v>
                </c:pt>
                <c:pt idx="22">
                  <c:v>80400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funding is worth chasing?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August 2026. Each source of money compared on what it raises and what it costs to raise. Pick a source and every chart, table row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377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2026: Locked. July 2026 is locked (closed 4 Aug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2026: Locked. August 2026 is locked (closed 2 Sep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Cost to raise a dollar, by source, August 2026 (cents) · Source: All sources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188720"/>
          <a:ext cx="112471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it shows · Source: All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In August it cost: Grants 10¢, donations 12¢ to raise each dollar.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Cheapest to raise in August: grants (10¢ a dollar). Dearest: donations (12¢). Events are worth counting for what else they bring too (new donors, profile).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it shows · Source: Grants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Grants: $146,318 raised this financial year to date (81.7% of everything raised), $14,200 to raise it, so $132,118 left for programs: 10¢ per dollar.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Most of the money, and usually the cheapest to raise, starting with grants that renew.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it shows · Source: Donations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Donations: $32,700 raised this financial year to date (18.3% of everything raised), $4,400 to raise it, so $28,300 left for programs: 13¢ per dollar.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Cheap and flexible (untied): the money that builds reserves.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it shows · Source: Fundraising events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Fundraising events: $0 raised this financial year to date (0.0% of everything raised), $2,400 to raise it, so ($2,400) left for programs: – per dollar.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The dearest per dollar: worth measuring the new donors each event brings in too.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Financial year to date (Jul to Aug 2026), by source · Every source at once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Raised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Cost of raising it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Left after costs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Cost per $1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$146,318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$14,200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$132,118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Donations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$32,700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$4,400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$28,300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13¢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Fundraising 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($2,400)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Raised and left after costs, by month · Raised $ · Every source at 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11247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8 of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Raised and left after costs, by month · Left after costs $ · Every source at 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11247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9 of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