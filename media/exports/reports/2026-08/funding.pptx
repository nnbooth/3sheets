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7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  <c:pt idx="22">
                  <c:v>18400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August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August it cost: Grants 10¢, donations 12¢ to raise each dollar. 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$146,318 raised this financial year to date (81.7% of everything raised), $14,200 to raise it, so $132,118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$32,700 raised this financial year to date (18.3% of everything raised), $4,400 to raise it, so $28,300 left for programs: 13¢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$0 raised this financial year to date (0.0% of everything raised), $2,400 to raise it, so ($2,400) left for programs: –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Aug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August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August it cost: Grants 10¢, donations 12¢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$146,318 raised this financial year to date (81.7% of everything raised), $14,200 to raise it, so $132,118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$32,700 raised this financial year to date (18.3% of everything raised), $4,400 to raise it, so $28,300 left for programs: 13¢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$2,400 to raise it, so ($2,400) left for programs: –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Aug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$132,118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