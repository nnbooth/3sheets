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  <c:pt idx="19">
                  <c:v>88845</c:v>
                </c:pt>
                <c:pt idx="20">
                  <c:v>110972</c:v>
                </c:pt>
                <c:pt idx="21">
                  <c:v>86918</c:v>
                </c:pt>
                <c:pt idx="22">
                  <c:v>92100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  <c:pt idx="19">
                  <c:v>79545</c:v>
                </c:pt>
                <c:pt idx="20">
                  <c:v>98372</c:v>
                </c:pt>
                <c:pt idx="21">
                  <c:v>77618</c:v>
                </c:pt>
                <c:pt idx="22">
                  <c:v>80400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August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July 2026: Locked. July 2026 is locked (closed 4 Aug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August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In August it cost: Grants 10¢, donations 12¢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Cheapest to raise in August: grants (10¢ a dollar). Dearest: donations (12¢).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Grants: $146,318 raised this financial year to date (81.7% of everything raised), $14,200 to raise it, so $132,118 left for programs: 10¢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Donations: $32,700 raised this financial year to date (18.3% of everything raised), $4,400 to raise it, so $28,300 left for programs: 13¢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events: $0 raised this financial year to date (0.0% of everything raised), $2,400 to raise it, so ($2,400) left for programs: –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Financial year to date (Jul to Aug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$146,318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$14,200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$132,118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$32,700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$28,300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13¢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($2,400)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