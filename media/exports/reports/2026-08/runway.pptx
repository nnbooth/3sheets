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Sheet1!$A$2:$A$32</c:f>
              <c:strCache>
                <c:ptCount val="3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</c:strCache>
            </c:strRef>
          </c:cat>
          <c:val>
            <c:numRef>
              <c:f>Sheet1!$B$2:$B$32</c:f>
              <c:numCache>
                <c:formatCode>$#,##0;[Red]($#,##0);"-"</c:formatCode>
                <c:ptCount val="31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4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August 2026.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1.9 months; Target: 3.0 months; Gap: $149,802; Runway in July: 2.1 months. Unrestricted cash ($273,798, after setting aside unspent grant money) would cover 1.9 months of spending at August's rate of spending, short of the 3.0 months target by $149,802.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31 Aug)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$149,802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2.1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July's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88989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714669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$697,196: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($273,798, after setting aside unspent grant money) would cover 1.9 months of spending at August's rate of spending, short of the 3.0 months target by $149,802.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