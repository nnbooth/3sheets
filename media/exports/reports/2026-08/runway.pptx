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Sheet1!$A$2:$A$32</c:f>
              <c:strCache>
                <c:ptCount val="3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</c:strCache>
            </c:strRef>
          </c:cat>
          <c:val>
            <c:numRef>
              <c:f>Sheet1!$B$2:$B$32</c:f>
              <c:numCache>
                <c:formatCode>$#,##0;[Red]($#,##0);"-"</c:formatCode>
                <c:ptCount val="31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$119,825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in 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2.4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at July's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Unrestricted cash ($303,775, after setting aside unspent grant money) would cover 2.2 months of spending at August's rate of spending, short of the 3.0 months target by $119,825.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at bank, every day (1 Aug to 31 Aug)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