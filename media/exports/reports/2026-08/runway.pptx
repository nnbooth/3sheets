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Sheet1!$A$2:$A$32</c:f>
              <c:strCache>
                <c:ptCount val="3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</c:strCache>
            </c:strRef>
          </c:cat>
          <c:val>
            <c:numRef>
              <c:f>Sheet1!$B$2:$B$32</c:f>
              <c:numCache>
                <c:formatCode>$#,##0;[Red]($#,##0);"-"</c:formatCode>
                <c:ptCount val="31"/>
                <c:pt idx="0">
                  <c:v>610594</c:v>
                </c:pt>
                <c:pt idx="1">
                  <c:v>611188</c:v>
                </c:pt>
                <c:pt idx="2">
                  <c:v>613087</c:v>
                </c:pt>
                <c:pt idx="3">
                  <c:v>614986</c:v>
                </c:pt>
                <c:pt idx="4">
                  <c:v>616885</c:v>
                </c:pt>
                <c:pt idx="5">
                  <c:v>571896</c:v>
                </c:pt>
                <c:pt idx="6">
                  <c:v>573795</c:v>
                </c:pt>
                <c:pt idx="7">
                  <c:v>574389</c:v>
                </c:pt>
                <c:pt idx="8">
                  <c:v>574983</c:v>
                </c:pt>
                <c:pt idx="9">
                  <c:v>576882</c:v>
                </c:pt>
                <c:pt idx="10">
                  <c:v>578781</c:v>
                </c:pt>
                <c:pt idx="11">
                  <c:v>579375</c:v>
                </c:pt>
                <c:pt idx="12">
                  <c:v>581274</c:v>
                </c:pt>
                <c:pt idx="13">
                  <c:v>583173</c:v>
                </c:pt>
                <c:pt idx="14">
                  <c:v>583767</c:v>
                </c:pt>
                <c:pt idx="15">
                  <c:v>584361</c:v>
                </c:pt>
                <c:pt idx="16">
                  <c:v>568010</c:v>
                </c:pt>
                <c:pt idx="17">
                  <c:v>569908</c:v>
                </c:pt>
                <c:pt idx="18">
                  <c:v>571806</c:v>
                </c:pt>
                <c:pt idx="19">
                  <c:v>526817</c:v>
                </c:pt>
                <c:pt idx="20">
                  <c:v>528715</c:v>
                </c:pt>
                <c:pt idx="21">
                  <c:v>529308</c:v>
                </c:pt>
                <c:pt idx="22">
                  <c:v>529901</c:v>
                </c:pt>
                <c:pt idx="23">
                  <c:v>531799</c:v>
                </c:pt>
                <c:pt idx="24">
                  <c:v>533697</c:v>
                </c:pt>
                <c:pt idx="25">
                  <c:v>535595</c:v>
                </c:pt>
                <c:pt idx="26">
                  <c:v>537493</c:v>
                </c:pt>
                <c:pt idx="27">
                  <c:v>539391</c:v>
                </c:pt>
                <c:pt idx="28">
                  <c:v>539984</c:v>
                </c:pt>
                <c:pt idx="29">
                  <c:v>540577</c:v>
                </c:pt>
                <c:pt idx="30">
                  <c:v>525675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How many months of runway do we have?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August 2026. How long the organisation could keep going on its own money: cash at bank, less unspent grant money (which belongs to the funders' programs),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July 2026: Locked. July 2026 is locked (closed 4 Aug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Runway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2.2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August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3.0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reserves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$119,825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to reach the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Runway in 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2.4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at July's rate of spending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Unrestricted cash ($303,775, after setting aside unspent grant money) would cover 2.2 months of spending at August's rate of spending, short of the 3.0 months target by $119,825.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Cash at bank, every day (1 Aug to 31 Aug) · Cash at bank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Cash at bank includes unspent grant money. The daily cash data starts 1 August 2026 (after the opening balance).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