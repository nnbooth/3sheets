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68</c:v>
                </c:pt>
                <c:pt idx="1">
                  <c:v>148</c:v>
                </c:pt>
                <c:pt idx="2">
                  <c:v>121</c:v>
                </c:pt>
                <c:pt idx="3">
                  <c:v>98</c:v>
                </c:pt>
                <c:pt idx="4">
                  <c:v>118</c:v>
                </c:pt>
                <c:pt idx="5">
                  <c:v>78</c:v>
                </c:pt>
                <c:pt idx="6">
                  <c:v>115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0.2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#,##0;[Red](#,##0)</c:formatCode>
                <c:ptCount val="14"/>
                <c:pt idx="0">
                  <c:v>685</c:v>
                </c:pt>
                <c:pt idx="1">
                  <c:v>633</c:v>
                </c:pt>
                <c:pt idx="2">
                  <c:v>684</c:v>
                </c:pt>
                <c:pt idx="3">
                  <c:v>690</c:v>
                </c:pt>
                <c:pt idx="4">
                  <c:v>664</c:v>
                </c:pt>
                <c:pt idx="5">
                  <c:v>685</c:v>
                </c:pt>
                <c:pt idx="6">
                  <c:v>629</c:v>
                </c:pt>
                <c:pt idx="7">
                  <c:v>724</c:v>
                </c:pt>
                <c:pt idx="8">
                  <c:v>820</c:v>
                </c:pt>
                <c:pt idx="9">
                  <c:v>909</c:v>
                </c:pt>
                <c:pt idx="10">
                  <c:v>826</c:v>
                </c:pt>
                <c:pt idx="11">
                  <c:v>756</c:v>
                </c:pt>
                <c:pt idx="12">
                  <c:v>770</c:v>
                </c:pt>
                <c:pt idx="13">
                  <c:v>746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November 2025.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November: 746; Answered while staffed, November: 83.2%; Calls outside staffed hours, November: 52.1%; Median wait when answered, November: 76 sec. 746 calls for help came in during November. While the line was staffed, 83.2% were answered (target 90.0%); 52.1% of all calls came outside staffed hours and went to voicemail. The busiest time was 5 to 8pm (148 calls). 148 calls came between 5 and 8pm, when no-one is on the line. 60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November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770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November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389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November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76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297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746 calls for help came in during November. While the line was staffed, 83.2% were answered (target 90.0%); 52.1% of all calls came outside staffed hours and went to voicemail. The busiest time was 5 to 8pm (148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148 calls came between 5 and 8pm, when no-one is on the line. 60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