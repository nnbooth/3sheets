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68</c:v>
                </c:pt>
                <c:pt idx="1">
                  <c:v>148</c:v>
                </c:pt>
                <c:pt idx="2">
                  <c:v>121</c:v>
                </c:pt>
                <c:pt idx="3">
                  <c:v>98</c:v>
                </c:pt>
                <c:pt idx="4">
                  <c:v>118</c:v>
                </c:pt>
                <c:pt idx="5">
                  <c:v>78</c:v>
                </c:pt>
                <c:pt idx="6">
                  <c:v>115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0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November 2025. In short: 746 calls in November: 83.2% answered while staffed (target 90.0%); 52.1%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November: 746; Answered while staffed, November: 83.2%; Calls outside staffed hours, November: 52.1%; Median wait when answered, November: 76 sec. 746 calls for help came in during November. While the line was staffed, 83.2% were answered (target 90.0%); 52.1% of all calls came outside staffed hours and went to voicemail. The busiest time was 5 to 8pm (148 calls). 148 calls came between 5 and 8pm, when no-one is on the line. 60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746 calls in November: 83.2% answered while staffed (target 90.0%); 52.1%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770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83.2%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389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November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297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746 calls for help came in during November. While the line was staffed, 83.2% were answered (target 90.0%); 52.1% of all calls came outside staffed hours and went to voicemail. The busiest time was 5 to 8pm (148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148 calls came between 5 and 8pm, when no-one is on the line. 60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