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66</c:v>
                </c:pt>
                <c:pt idx="1">
                  <c:v>123</c:v>
                </c:pt>
                <c:pt idx="2">
                  <c:v>102</c:v>
                </c:pt>
                <c:pt idx="3">
                  <c:v>88</c:v>
                </c:pt>
                <c:pt idx="4">
                  <c:v>98</c:v>
                </c:pt>
                <c:pt idx="5">
                  <c:v>85</c:v>
                </c:pt>
                <c:pt idx="6">
                  <c:v>113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1.4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659</c:v>
                </c:pt>
                <c:pt idx="1">
                  <c:v>655</c:v>
                </c:pt>
                <c:pt idx="2">
                  <c:v>685</c:v>
                </c:pt>
                <c:pt idx="3">
                  <c:v>714</c:v>
                </c:pt>
                <c:pt idx="4">
                  <c:v>683</c:v>
                </c:pt>
                <c:pt idx="5">
                  <c:v>725</c:v>
                </c:pt>
                <c:pt idx="6">
                  <c:v>620</c:v>
                </c:pt>
                <c:pt idx="7">
                  <c:v>754</c:v>
                </c:pt>
                <c:pt idx="8">
                  <c:v>783</c:v>
                </c:pt>
                <c:pt idx="9">
                  <c:v>871</c:v>
                </c:pt>
                <c:pt idx="10">
                  <c:v>852</c:v>
                </c:pt>
                <c:pt idx="11">
                  <c:v>781</c:v>
                </c:pt>
                <c:pt idx="12">
                  <c:v>792</c:v>
                </c:pt>
                <c:pt idx="13">
                  <c:v>675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November 2025.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November: 675; Answered while staffed, November: 82.9%; Calls outside staffed hours, November: 52.4%; Median wait when answered, November: 76 sec. 675 calls for help came in during November. While the line was staffed, 82.9% were answered (target 90.0%); 52.4% of all calls came outside staffed hours and went to voicemail. The busiest time was 5 to 8pm (123 calls). 123 calls came between 5 and 8pm, when no-one is on the line. 55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792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82.9%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354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November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266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675 calls for help came in during November. While the line was staffed, 82.9% were answered (target 90.0%); 52.4% of all calls came outside staffed hours and went to voicemail. The busiest time was 5 to 8pm (123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123 calls came between 5 and 8pm, when no-one is on the line. 55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