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23.1</c:v>
                </c:pt>
                <c:pt idx="1">
                  <c:v>44.5</c:v>
                </c:pt>
                <c:pt idx="2">
                  <c:v>59.5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8.4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cat>
            <c:strRef>
              <c:f>Sheet1!$A$2:$A$13</c:f>
              <c:strCache>
                <c:ptCount val="12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Milton office tower</c:v>
                </c:pt>
                <c:pt idx="4">
                  <c:v>Bulimba school</c:v>
                </c:pt>
                <c:pt idx="5">
                  <c:v>Chermside retail centre</c:v>
                </c:pt>
                <c:pt idx="6">
                  <c:v>Fortitude Valley hotel</c:v>
                </c:pt>
                <c:pt idx="7">
                  <c:v>Riverside Apartments (strata)</c:v>
                </c:pt>
                <c:pt idx="8">
                  <c:v>Newstead gym</c:v>
                </c:pt>
                <c:pt idx="9">
                  <c:v>Southbank cafe group</c:v>
                </c:pt>
                <c:pt idx="10">
                  <c:v>Ashgrove aged care</c:v>
                </c:pt>
                <c:pt idx="11">
                  <c:v>Wynnum medical centre</c:v>
                </c:pt>
              </c:strCache>
            </c:strRef>
          </c:cat>
          <c:val>
            <c:numRef>
              <c:f>Sheet1!$B$2:$B$13</c:f>
              <c:numCache>
                <c:formatCode>0.0"%";[Red](0.0"%")</c:formatCode>
                <c:ptCount val="12"/>
                <c:pt idx="0">
                  <c:v>58.2</c:v>
                </c:pt>
                <c:pt idx="1">
                  <c:v>58.8</c:v>
                </c:pt>
                <c:pt idx="2">
                  <c:v>58.8</c:v>
                </c:pt>
                <c:pt idx="3">
                  <c:v>59.0</c:v>
                </c:pt>
                <c:pt idx="4">
                  <c:v>59.0</c:v>
                </c:pt>
                <c:pt idx="5">
                  <c:v>59.4</c:v>
                </c:pt>
                <c:pt idx="6">
                  <c:v>59.9</c:v>
                </c:pt>
                <c:pt idx="7">
                  <c:v>59.9</c:v>
                </c:pt>
                <c:pt idx="8">
                  <c:v>59.9</c:v>
                </c:pt>
                <c:pt idx="9">
                  <c:v>60.0</c:v>
                </c:pt>
                <c:pt idx="10">
                  <c:v>60.0</c:v>
                </c:pt>
                <c:pt idx="11">
                  <c:v>61.1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26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Windsor office solar and battery</c:v>
                </c:pt>
                <c:pt idx="1">
                  <c:v>Newstead warehouse solar and battery</c:v>
                </c:pt>
                <c:pt idx="2">
                  <c:v>Capalaba factory solar and battery</c:v>
                </c:pt>
                <c:pt idx="3">
                  <c:v>Everton Park office LED lighting</c:v>
                </c:pt>
              </c:strCache>
            </c:strRef>
          </c:cat>
          <c:val>
            <c:numRef>
              <c:f>Sheet1!$B$2:$B$5</c:f>
              <c:numCache>
                <c:formatCode>0.0"%";[Red](0.0"%")</c:formatCode>
                <c:ptCount val="4"/>
                <c:pt idx="0">
                  <c:v>13.5</c:v>
                </c:pt>
                <c:pt idx="1">
                  <c:v>18.8</c:v>
                </c:pt>
                <c:pt idx="2">
                  <c:v>19.4</c:v>
                </c:pt>
                <c:pt idx="3">
                  <c:v>40.1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6.11499999999999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1-hour call-outs (4)</c:v>
                </c:pt>
                <c:pt idx="1">
                  <c:v>1.5-hour call-outs (7)</c:v>
                </c:pt>
                <c:pt idx="2">
                  <c:v>2-hour call-outs (14)</c:v>
                </c:pt>
                <c:pt idx="3">
                  <c:v>3-hour call-outs (10)</c:v>
                </c:pt>
                <c:pt idx="4">
                  <c:v>4-hour call-outs (11)</c:v>
                </c:pt>
                <c:pt idx="5">
                  <c:v>2.5-hour call-outs (4)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38.9</c:v>
                </c:pt>
                <c:pt idx="1">
                  <c:v>40.8</c:v>
                </c:pt>
                <c:pt idx="2">
                  <c:v>42.5</c:v>
                </c:pt>
                <c:pt idx="3">
                  <c:v>45.9</c:v>
                </c:pt>
                <c:pt idx="4">
                  <c:v>46.5</c:v>
                </c:pt>
                <c:pt idx="5">
                  <c:v>47.1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4.16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Sheet1!$A$2:$A$15</c:f>
              <c:strCache>
                <c:ptCount val="1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33.1</c:v>
                </c:pt>
                <c:pt idx="1">
                  <c:v>37.0</c:v>
                </c:pt>
                <c:pt idx="2">
                  <c:v>40.4</c:v>
                </c:pt>
                <c:pt idx="3">
                  <c:v>42.7</c:v>
                </c:pt>
                <c:pt idx="4">
                  <c:v>36.4</c:v>
                </c:pt>
                <c:pt idx="5">
                  <c:v>36.5</c:v>
                </c:pt>
                <c:pt idx="6">
                  <c:v>38.4</c:v>
                </c:pt>
                <c:pt idx="7">
                  <c:v>35.5</c:v>
                </c:pt>
                <c:pt idx="8">
                  <c:v>40.5</c:v>
                </c:pt>
                <c:pt idx="9">
                  <c:v>35.6</c:v>
                </c:pt>
                <c:pt idx="10">
                  <c:v>43.8</c:v>
                </c:pt>
                <c:pt idx="11">
                  <c:v>37.6</c:v>
                </c:pt>
                <c:pt idx="12">
                  <c:v>38.4</c:v>
                </c:pt>
                <c:pt idx="13">
                  <c:v>33.7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November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November's jobs made $58,844 gross margin (33.7%). Technician time not charged to jobs took ($3,112) and overheads $57,960, leaving $3,996 profit before tax (2.3% of revenue). To cover overheads, jobs need a 31.4%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November · All jobs: 33.7%; Job gross margin, October · All jobs: 38.4%; Gross margin jobs need to break even: 31.4%. In November maintenance contracts made a 59.5% job gross margin, installations made a 23.1% job gross margin, call-outs and repairs made a 44.5% job gross margin (technician time at $68 an hour, wages and all on-costs). Jobs need 31.4% just to cover overheads. Installations: 23.1% gross margin, 11.9 points under the 35.0% target: about $13,529 on $113,300 of revenue in November. It's below the 31.4% needed to cover overheads, too. Maintenance contracts: 59.5% gross margin, 24.5 points over the 35.0% target ($8,754 ahead on $35,800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November · Maintenance contracts: 59.5%; Job gross margin, October · Maintenance contracts: 59.5%; Gross margin jobs need to break even: 31.4%. All 12 contracts made more than the 35.0% job gross margin target. The thinnest was Kangaroo Point townhouses at 58.2% job gross margin: 14.0 h of technician time on a $2,400 monthly fee. The thinnest, Kangaroo Point townhouses: 58.2% gross margin, 23.3 points over the 35.0% target ($558 ahead on $2,400 in November). All maintenance contracts: 59.5% gross margin, 24.5 points over the 35.0% target ($8,754 ahead on $35,800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November 2025. The month's fee less materials and technician time at $68/hour. Target 35.0% is what to price for; break-even 31.4%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November · Installations: 23.1%; Job gross margin, October · Installations: 26.1%; Gross margin jobs need to break even: 31.4%. 3 of the 4 installation jobs invoiced in November made less than the 35.0% job gross margin target. The Windsor office solar and battery made a 13.5% job gross margin: 96.0 h of technician time ($6,528) and $2,600 of subcontractors on a $23,500 job. Jobs need 31.4% gross margin just to cover overheads. 3 installations under the 35.0% target, worth about $14,940 between them on $85,600 of revenue. The biggest gap, Newstead warehouse solar and battery: 18.8% gross margin, 16.2 points under the 35.0% target: about $5,527 on $34,100 of revenue in November. It's below the 31.4%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November · Call-outs and repairs: 44.5%; Job gross margin, October · Call-outs and repairs: 43.3%; Gross margin jobs need to break even: 31.4%; Technician time charged, November: $18,341; Materials charged, November: $7,345. 50 call-outs in November billed $18,341 of technician time and $7,345 of materials ($5,650 at cost plus 30%), and made a 44.5% job gross margin between them. Gross margins run from 38.9% to 47.1% by length: the hourly rate covers technician time comfortably, so the gross margin mostly moves with how much material goes on the van. All call-outs: 44.5% gross margin, 9.5 points over the 35.0% target ($2,444 ahead on $25,686 in November).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November 2025.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November's jobs made $58,844 gross margin (33.7%). Technician time not charged to jobs took ($3,112) and overheads $57,960, leaving $3,996 profit before tax (2.3% of revenue). To cover overheads, jobs need a 31.4%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$58,844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$49,912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($3,112)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$61,956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$57,960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$3,996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$174,786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2.3%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31.4%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November 2025.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33.7%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38.4%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7186082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088802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41953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744673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3639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November maintenance contracts made a 59.5% job gross margin, installations made a 23.1% job gross margin, call-outs and repairs made a 44.5% job gross margin (technician time at $68 an hour, wages and all on-costs). Jobs need 31.4%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3639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982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23.1% gross margin, 11.9 points under the 35.0% target: about $13,529 on $113,300 of revenue in November. It's below the 31.4% needed to cover overheads, too. Maintenance contracts: 59.5% gross margin, 24.5 points over the 35.0% target ($8,754 ahead on $35,800 in November).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12 contracts made more than the 35.0% job gross margin target. The thinnest was Kangaroo Point townhouses at 58.2% job gross margin: 14.0 h of technician time on a $2,400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58.2% gross margin, 23.3 points over the 35.0% target ($558 ahead on $2,400 in November). All maintenance contracts: 59.5% gross margin, 24.5 points over the 35.0% target ($8,754 ahead on $35,800 in November).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November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31.4%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7098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001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763352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666072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26.1%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804697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707417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9408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19680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31.4%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of the 4 installation jobs invoiced in November made less than the 35.0% job gross margin target. The Windsor office solar and battery made a 13.5% job gross margin: 96.0 h of technician time ($6,528) and $2,600 of subcontractors on a $23,500 job. Jobs need 31.4%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 installations under the 35.0% target, worth about $14,940 between them on $85,600 of revenue. The biggest gap, Newstead warehouse solar and battery: 18.8% gross margin, 16.2 points under the 35.0% target: about $5,527 on $34,100 of revenue in November. It's below the 31.4% needed to cover overheads, too.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November 2025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November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October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31.4%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(November)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November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$18,341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71.4%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November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$7,345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$5,650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806690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6962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632174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534894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31.4%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50 call-outs in November billed $18,341 of technician time and $7,345 of materials ($5,650 at cost plus 30%), and made a 44.5% job gross margin between them. Gross margins run from 38.9% to 47.1%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44.5% gross margin, 9.5 points over the 35.0% target ($2,444 ahead on $25,686 in November).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