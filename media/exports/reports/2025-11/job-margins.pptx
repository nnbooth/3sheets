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23.1</c:v>
                </c:pt>
                <c:pt idx="1">
                  <c:v>44.5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26126</c:v>
                </c:pt>
                <c:pt idx="1">
                  <c:v>11434</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0.0"%";[Red](0.0"%")</c:formatCode>
                <c:ptCount val="4"/>
                <c:pt idx="0">
                  <c:v>13.5</c:v>
                </c:pt>
                <c:pt idx="1">
                  <c:v>18.8</c:v>
                </c:pt>
                <c:pt idx="2">
                  <c:v>19.4</c:v>
                </c:pt>
                <c:pt idx="3">
                  <c:v>40.1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$#,##0;[Red]($#,##0);"-"</c:formatCode>
                <c:ptCount val="4"/>
                <c:pt idx="0">
                  <c:v>3172</c:v>
                </c:pt>
                <c:pt idx="1">
                  <c:v>6408</c:v>
                </c:pt>
                <c:pt idx="2">
                  <c:v>5440</c:v>
                </c:pt>
                <c:pt idx="3">
                  <c:v>11106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0.0"%";[Red](0.0"%")</c:formatCode>
                <c:ptCount val="6"/>
                <c:pt idx="0">
                  <c:v>38.9</c:v>
                </c:pt>
                <c:pt idx="1">
                  <c:v>40.8</c:v>
                </c:pt>
                <c:pt idx="2">
                  <c:v>42.5</c:v>
                </c:pt>
                <c:pt idx="3">
                  <c:v>45.9</c:v>
                </c:pt>
                <c:pt idx="4">
                  <c:v>46.5</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$#,##0;[Red]($#,##0);"-"</c:formatCode>
                <c:ptCount val="6"/>
                <c:pt idx="0">
                  <c:v>428</c:v>
                </c:pt>
                <c:pt idx="1">
                  <c:v>1050</c:v>
                </c:pt>
                <c:pt idx="2">
                  <c:v>2669</c:v>
                </c:pt>
                <c:pt idx="3">
                  <c:v>2628</c:v>
                </c:pt>
                <c:pt idx="4">
                  <c:v>3805</c:v>
                </c:pt>
                <c:pt idx="5">
                  <c:v>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November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October 2025: Locked. October 2025 is locked (closed 4 Nov 2025). These numbers won't change.</a:t>
            </a:r>
          </a:p>
          <a:p>
            <a:r>
              <a:rPr sz="1100" b="0">
                <a:solidFill>
                  <a:srgbClr val="5F6F63"/>
                </a:solidFill>
                <a:latin typeface="Arial"/>
              </a:rPr>
              <a:t>November 2025: Locked. November 2025 is locked (closed 2 Dec 2025).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November's jobs made $58,844 gross margin (33.7%). Technician time not charged to jobs took ($3,112) and overheads $57,960, leaving $3,996 profit before tax (2.3% of revenue). To cover overheads, jobs need a 31.4%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November 2025</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$58,844</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$46,800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$49,912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($3,112)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$61,956</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$57,960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$3,996</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$174,786</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33.7%</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2.3%</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November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33.7%</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October 38.4%</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November maintenance contracts made a 59.5% job gross margin, installations made a 23.1% job gross margin, call-outs and repairs made a 44.5% job gross margin (technician time at $68 an hour, wages and all on-costs). Jobs need 31.4%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23.1%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November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October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26.9 points clear of the 31.4%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November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23.1%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October 26.1%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4 installation jobs invoiced in November made less than the 35.0% job gross margin target. The Windsor office solar and battery made a 13.5% job gross margin: 96.0 h of technician time ($6,528) and $2,600 of subcontractors on a $23,500 job. Jobs need 31.4%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31.4% overheads need: Capalaba factory solar and battery (19.4%), Newstead warehouse solar and battery (18.8%), Windsor office solar and battery (13.5%). Most profitable: Everton Park office LED lighting (40.1%).</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November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44.5%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October 43.3%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November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$18,341</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71.4%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November</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$7,345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$5,650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50 call-outs in November billed $18,341 of technician time and $7,345 of materials ($5,650 at cost plus 30%), and made a 44.5% job gross margin between them. Gross margins run from 38.9%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44.5% gross margin, 13.1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