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23.1</c:v>
                </c:pt>
                <c:pt idx="1">
                  <c:v>44.5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26126</c:v>
                </c:pt>
                <c:pt idx="1">
                  <c:v>11434</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0.0"%";[Red](0.0"%")</c:formatCode>
                <c:ptCount val="4"/>
                <c:pt idx="0">
                  <c:v>13.5</c:v>
                </c:pt>
                <c:pt idx="1">
                  <c:v>18.8</c:v>
                </c:pt>
                <c:pt idx="2">
                  <c:v>19.4</c:v>
                </c:pt>
                <c:pt idx="3">
                  <c:v>40.1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$#,##0;[Red]($#,##0);"-"</c:formatCode>
                <c:ptCount val="4"/>
                <c:pt idx="0">
                  <c:v>3172</c:v>
                </c:pt>
                <c:pt idx="1">
                  <c:v>6408</c:v>
                </c:pt>
                <c:pt idx="2">
                  <c:v>5440</c:v>
                </c:pt>
                <c:pt idx="3">
                  <c:v>11106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0.0"%";[Red](0.0"%")</c:formatCode>
                <c:ptCount val="6"/>
                <c:pt idx="0">
                  <c:v>38.9</c:v>
                </c:pt>
                <c:pt idx="1">
                  <c:v>40.8</c:v>
                </c:pt>
                <c:pt idx="2">
                  <c:v>42.5</c:v>
                </c:pt>
                <c:pt idx="3">
                  <c:v>45.9</c:v>
                </c:pt>
                <c:pt idx="4">
                  <c:v>46.5</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$#,##0;[Red]($#,##0);"-"</c:formatCode>
                <c:ptCount val="6"/>
                <c:pt idx="0">
                  <c:v>428</c:v>
                </c:pt>
                <c:pt idx="1">
                  <c:v>1050</c:v>
                </c:pt>
                <c:pt idx="2">
                  <c:v>2669</c:v>
                </c:pt>
                <c:pt idx="3">
                  <c:v>2628</c:v>
                </c:pt>
                <c:pt idx="4">
                  <c:v>3805</c:v>
                </c:pt>
                <c:pt idx="5">
                  <c:v>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November 2025.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November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$58,844</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$49,912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($3,112)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$61,956</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$3,996</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$174,786</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33.7%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33.7%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(November)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November maintenance contracts made a 59.5% job gross margin, installations made a 23.1% job gross margin, call-outs and repairs made a 44.5% job gross margin (technician time at $68 an hour, wages and all on-costs). Jobs need 31.4%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23.1% gross margin, 11.9 points under the 35.0% target: about $13,529 on $113,300 of revenue in November. It's below the 31.4% needed to cover overheads, too. Maintenance contracts: 59.5% gross margin, 24.5 points over the 35.0% target ($8,754 ahead on $35,800 in November).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(November)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November). All maintenance contracts: 59.5% gross margin, 24.5 points over the 35.0% target ($8,754 ahead on $35,800 in November).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(November)</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November made less than the 35.0% job gross margin target. The Windsor office solar and battery made a 13.5% job gross margin: 96.0 h of technician time ($6,528) and $2,600 of subcontractors on a $23,500 job. Jobs need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installations under the 35.0% target, worth about $14,940 between them on $85,600 of revenue. The biggest gap, Newstead warehouse solar and battery: 18.8% gross margin, 16.2 points under the 35.0% target: about $5,527 on $34,100 of revenue in November. It's below the 31.4%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44.5%</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31.4%</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(November)</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November</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$18,341</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71.4%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November</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$7,345</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$5,650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31.4%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50 call-outs in November billed $18,341 of technician time and $7,345 of materials ($5,650 at cost plus 30%), and made a 44.5% job gross margin between them. Gross margins run from 38.9%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44.5% gross margin, 9.5 points over the 35.0% target ($2,444 ahead on $25,686 in November).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