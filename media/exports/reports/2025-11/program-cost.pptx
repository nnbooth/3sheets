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5411</c:v>
                </c:pt>
                <c:pt idx="1">
                  <c:v>8003</c:v>
                </c:pt>
                <c:pt idx="2">
                  <c:v>19898</c:v>
                </c:pt>
                <c:pt idx="3">
                  <c:v>36791</c:v>
                </c:pt>
                <c:pt idx="4">
                  <c:v>52362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4.4</c:v>
                </c:pt>
                <c:pt idx="1">
                  <c:v>6.5</c:v>
                </c:pt>
                <c:pt idx="2">
                  <c:v>16.2</c:v>
                </c:pt>
                <c:pt idx="3">
                  <c:v>30.0</c:v>
                </c:pt>
                <c:pt idx="4">
                  <c:v>42.8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November 2025.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2025: Locked. October 2025 is locked (closed 4 Nov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November 2025: Locked. November 2025 is locked (closed 2 Dec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November 2025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November 2025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(2025) is the biggest program: $52,362 in November once its share of untied program costs and administration is added to $30,000 of grant spending. Shared costs add 74.5%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Housing support (2025)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(2025) cost $52,362 in full in November: $30,000 paid by the State Housing Program grant, and $22,362 of shared costs no grant covers. It has spent 99.6% of its budget to date, with $29,100 left and 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$52,362 a month; $22,362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Youth outreach cost $36,791 in full in November: $21,079 paid by the State Department of Families grant, and $15,712 of shared costs no grant covers. It has spent 99.0% of its budget to date, with $380,952 left and 19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$36,791 a month; $15,712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Emergency relief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Emergency relief cost $19,898 in full in November: $11,400 paid by the Federal community grant grant, and $8,498 of shared costs no grant covers. It has spent 99.7% of its budget to date (spending before October 2024 taken at budget), with $12,900 left and 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$19,898 a month; $8,498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Digital literacy cost $8,003 in full in November: $4,585 paid by the Philanthropic foundation grant, and $3,418 of shared costs no grant covers. It has spent 97.5% of its budget to date, with $80,255 left and 16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$8,003 a month; $3,418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Community meals (2025-26) cost $5,411 in full in November: $3,100 paid by the Local council community grant grant, and $2,311 of shared costs no grant covers. It has spent 93.8% of its budget to date, with $26,800 left and 7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$5,411 a month; $2,311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