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 ran over</c:v>
                </c:pt>
                <c:pt idx="1">
                  <c:v>Short-staffed</c:v>
                </c:pt>
                <c:pt idx="2">
                  <c:v>After-hours call-out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5.0</c:v>
                </c:pt>
                <c:pt idx="1">
                  <c:v>6.0</c:v>
                </c:pt>
                <c:pt idx="2">
                  <c:v>28.5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7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T6</c:v>
                </c:pt>
                <c:pt idx="1">
                  <c:v>Technician T2</c:v>
                </c:pt>
                <c:pt idx="2">
                  <c:v>Technician T1</c:v>
                </c:pt>
                <c:pt idx="3">
                  <c:v>Technician T3</c:v>
                </c:pt>
                <c:pt idx="4">
                  <c:v>Technician T4</c:v>
                </c:pt>
                <c:pt idx="5">
                  <c:v>Technician T5</c:v>
                </c:pt>
                <c:pt idx="6">
                  <c:v>Technician T7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0.5</c:v>
                </c:pt>
                <c:pt idx="1">
                  <c:v>4.0</c:v>
                </c:pt>
                <c:pt idx="2">
                  <c:v>4.0</c:v>
                </c:pt>
                <c:pt idx="3">
                  <c:v>6.5</c:v>
                </c:pt>
                <c:pt idx="4">
                  <c:v>7.5</c:v>
                </c:pt>
                <c:pt idx="5">
                  <c:v>7.5</c:v>
                </c:pt>
                <c:pt idx="6">
                  <c:v>9.5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92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November 2025.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November: 3.9%; Overtime hours, November: 39.5 h; November last year: 1.3%. Technicians worked 39.5 h of overtime in November, 3.9% of ordinary hours (target under 5.0%), against 4.0% in October. Over the last year it has gone from 1.3% to 3.9%. After-hours call-out is the main reason: 28.5 h, 72.2% of the overtime. Technician T7 carried the most (9.5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November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November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46.0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14.0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39.5 h of overtime in November, 3.9% of ordinary hours (target under 5.0%), against 4.0% in October. Over the last year it has gone from 1.3% to 3.9%.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28.5 h, 72.2% of the overtime. Technician T7 carried the most (9.5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