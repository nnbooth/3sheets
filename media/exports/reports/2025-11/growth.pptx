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3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3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SME sample businesses. Period: November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November against November last year: (2.6%); Year to date (Jul to Nov 2025): $757,863; Gross margin, year to date: 37.5%. Revenue is $757,863 this financial year to date (Jul to Nov 2025). Maintenance contracts make the highest gross margin (59.5%); Installations the lowest (28.2%). The business needs 31.4% gross margin just to cover overheads. Installations: 28.2% gross margin, 6.8 points under the 35.0% target: about $32,632 on $481,200 of revenue this financial year to date. It's below the 31.4% needed to cover overheads, too. Maintenance contracts: 59.5% gross margin, 24.5 points over the 35.0% target ($41,910 ahead on $171,200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November against November last year: 45.1%; Year to date (Jul to Nov 2025): $171,200; Gross margin, year to date: 59.5%. Maintenance contracts brought in $171,200 this financial year to date, at a 59.5% gross margin (above the 37.5% overall). Maintenance contracts: 59.5% gross margin, 24.5 points over the 35.0% target ($41,910 ahead on $171,200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November against November last year: (13.8%); Year to date (Jul to Nov 2025): $481,200; Gross margin, year to date: 28.2%. Installations brought in $481,200 this financial year to date, at a 28.2% gross margin (below the 37.5% overall). Installations: 28.2% gross margin, 6.8 points under the 35.0% target: about $32,632 on $481,200 of revenue this financial year to date. It's below the 31.4%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November against November last year: 9.8%; Year to date (Jul to Nov 2025): $105,463; Gross margin, year to date: 43.8%. Call-outs and repairs brought in $105,463 this financial year to date, at a 43.8% gross margin (above the 37.5% overall). Call-outs and repairs: 43.8% gross margin, 8.8 points over the 35.0% target ($9,301 ahead on $105,463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Nov 2025) against the same period last year · Trades. Same period last year: Not available: the data starts October 2024. From gross margin to profit: November's jobs made $58,844 gross margin (33.7%). Technician time not charged to jobs took ($3,112) and overheads $57,960, leaving $3,996 profit before tax (2.3% of revenue). To cover overheads, jobs need a 31.4%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November against November last year: (22.4%); Year to date (Jul to Nov 2025): $362,530; Gross margin, year to date: 63.8%. Revenue is $362,530 this financial year to date (Jul to Nov 2025). Training makes the highest gross margin (75.8%); Projects the lowest (61.4%). The business needs 74.4% gross margin just to cover overheads. Projects: 61.4% gross margin, 21.4 points over the 40.0% target ($50,078 ahead on $234,330 this financial year to date). Training: 75.8% gross margin, 35.8 points over the 40.0% target ($12,420 ahead on $34,700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November against November last year: (47.1%); Year to date (Jul to Nov 2025): $234,330; Gross margin, year to date: 61.4%. Projects brought in $234,330 this financial year to date, at a 61.4% gross margin (below the 63.8% overall). Projects: 61.4% gross margin, 21.4 points over the 40.0% target ($50,078 ahead on $234,330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November against November last year: 88.7%; Year to date (Jul to Nov 2025): $93,500; Gross margin, year to date: 65.5%. Retainers brought in $93,500 this financial year to date, at a 65.5% gross margin (above the 63.8% overall). Retainers: 65.5% gross margin, 25.5 points over the 40.0% target ($23,880 ahead on $93,500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November against November last year: 91.3%; Year to date (Jul to Nov 2025): $34,700; Gross margin, year to date: 75.8%. Training brought in $34,700 this financial year to date, at a 75.8% gross margin (above the 63.8% overall). Training: 75.8% gross margin, 35.8 points over the 40.0% target ($12,420 ahead on $34,700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Nov 2025) against the same period last year · Services. Same period last year: Not available: the data starts October 2024. From gross margin to profit: November's client work made $52,800 gross margin (62.9%). Consultant time not charged to client work took $11,210 and overheads $51,270, leaving ($9,680) profit before tax ((11.5%) of revenue). To cover overheads, client work needs a 74.4%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SME sample businesses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$174,786 against $179,474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$757,863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$283,831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$757,863 this financial year to date (Jul to Nov 2025). Maintenance contracts make the highest gross margin (59.5%); Installations the lowest (28.2%). The business needs 31.4%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28.2% gross margin, 6.8 points under the 35.0% target: about $32,632 on $481,200 of revenue this financial year to date. It's below the 31.4% needed to cover overheads, too. Maintenance contracts: 59.5% gross margin, 24.5 points over the 35.0% target ($41,910 ahead on $171,200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$35,800 against $24,670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$171,200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$101,830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$171,200 this financial year to date, at a 59.5% gross margin (above the 37.5%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($41,910 ahead on $171,200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(13.8%)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$113,300 against $131,400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$481,200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$135,788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$481,200 this financial year to date, at a 28.2% gross margin (below the 37.5%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28.2% gross margin, 6.8 points under the 35.0% target: about $32,632 on $481,200 of revenue this financial year to date. It's below the 31.4%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$25,686 against $23,404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$105,463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$46,213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$105,463 this financial year to date, at a 43.8% gross margin (above the 37.5%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43.8% gross margin, 8.8 points over the 35.0% target ($9,301 ahead on $105,463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Nov 2025)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November's jobs made $58,844 gross margin (33.7%). Technician time not charged to jobs took ($3,112) and overheads $57,960, leaving $3,996 profit before tax (2.3% of revenue). To cover overheads, jobs need a 31.4%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$101,830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$135,788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$105,463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$46,213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$757,863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$283,831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37.5%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(22.4%)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$83,940 against $108,140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$362,530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$231,390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$362,530 this financial year to date (Jul to Nov 2025). Training makes the highest gross margin (75.8%); Projects the lowest (61.4%). The business needs 74.4%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61.4% gross margin, 21.4 points over the 40.0% target ($50,078 ahead on $234,330 this financial year to date). Training: 75.8% gross margin, 35.8 points over the 40.0% target ($12,420 ahead on $34,700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(47.1%)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$46,840 against $88,540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$234,330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$143,810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$234,330 this financial year to date, at a 61.4% gross margin (below the 63.8%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61.4% gross margin, 21.4 points over the 40.0% target ($50,078 ahead on $234,330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$28,300 against $15,000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$93,500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$61,280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$93,500 this financial year to date, at a 65.5% gross margin (above the 63.8%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65.5% gross margin, 25.5 points over the 40.0% target ($23,880 ahead on $93,500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$8,800 against $4,600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$34,700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75.8%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$26,300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$34,700 this financial year to date, at a 75.8% gross margin (above the 63.8%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75.8% gross margin, 35.8 points over the 40.0% target ($12,420 ahead on $34,700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Nov 2025)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November's client work made $52,800 gross margin (62.9%). Consultant time not charged to client work took $11,210 and overheads $51,270, leaving ($9,680) profit before tax ((11.5%) of revenue). To cover overheads, client work needs a 74.4%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$234,330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$143,810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$93,500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$61,280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$362,530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$231,390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