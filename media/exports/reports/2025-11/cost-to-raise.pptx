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cat>
            <c:strRef>
              <c:f>Sheet1!$A$2:$A$3</c:f>
              <c:strCache>
                <c:ptCount val="2"/>
                <c:pt idx="0">
                  <c:v>Grants</c:v>
                </c:pt>
                <c:pt idx="1">
                  <c:v>Donations</c:v>
                </c:pt>
              </c:strCache>
            </c:strRef>
          </c:cat>
          <c:val>
            <c:numRef>
              <c:f>Sheet1!$B$2:$B$3</c:f>
              <c:numCache>
                <c:formatCode>0"¢";[Red](0"¢")</c:formatCode>
                <c:ptCount val="2"/>
                <c:pt idx="0">
                  <c:v>10</c:v>
                </c:pt>
                <c:pt idx="1">
                  <c:v>17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Sheet1!$A$2:$A$15</c:f>
              <c:strCache>
                <c:ptCount val="1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</c:strCache>
            </c:strRef>
          </c:cat>
          <c:val>
            <c:numRef>
              <c:f>Sheet1!$B$2:$B$15</c:f>
              <c:numCache>
                <c:formatCode>0"¢";[Red](0"¢")</c:formatCode>
                <c:ptCount val="14"/>
                <c:pt idx="0">
                  <c:v>21</c:v>
                </c:pt>
                <c:pt idx="1">
                  <c:v>19</c:v>
                </c:pt>
                <c:pt idx="2">
                  <c:v>22</c:v>
                </c:pt>
                <c:pt idx="3">
                  <c:v>12</c:v>
                </c:pt>
                <c:pt idx="4">
                  <c:v>11</c:v>
                </c:pt>
                <c:pt idx="5">
                  <c:v>12</c:v>
                </c:pt>
                <c:pt idx="6">
                  <c:v>11</c:v>
                </c:pt>
                <c:pt idx="7">
                  <c:v>11</c:v>
                </c:pt>
                <c:pt idx="8">
                  <c:v>13</c:v>
                </c:pt>
                <c:pt idx="9">
                  <c:v>13</c:v>
                </c:pt>
                <c:pt idx="10">
                  <c:v>12</c:v>
                </c:pt>
                <c:pt idx="11">
                  <c:v>21</c:v>
                </c:pt>
                <c:pt idx="12">
                  <c:v>11</c:v>
                </c:pt>
                <c:pt idx="13">
                  <c:v>11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b="1">
                <a:solidFill>
                  <a:srgbClr val="FFFFFF"/>
                </a:solidFill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25342A"/>
                </a:solidFill>
                <a:latin typeface="Arial"/>
              </a:rPr>
              <a:t>The 4th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7A52"/>
                </a:solidFill>
                <a:latin typeface="Arial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5342A"/>
                </a:solidFill>
                <a:latin typeface="Arial"/>
              </a:rPr>
              <a:t>What does it cost to raise a dollar?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F6F63"/>
                </a:solidFill>
                <a:latin typeface="Arial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25342A"/>
                </a:solidFill>
                <a:latin typeface="Arial"/>
              </a:rPr>
              <a:t>Period: November 2025. What fundraising costs (grant writing, donor campaigns, events) for every dollar it brings in. Pick a source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How final is this data?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October 2025: Locked. October 2025 is locked (closed 4 Nov 2025). These numbers won't change.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November 2025: Locked. November 2025 is locked (closed 2 Dec 2025). These numbers won't change.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 of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Headline numbers · Source: All fundraising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November · all fundraising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11¢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October 11¢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5887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Year to date (Jul to Nov 2025)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14¢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5887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same period last year: not in the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2 of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Cost to raise a dollar, by source, November 2025 (cents) · Source: All fundraising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3 of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Source: All fundraising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November cost 11¢ to raise each dollar, against 11¢ in October. This financial year to date it has cost 14¢ a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The year-to-date figure is steadier than single months: events make some months jump. Pick a source above to see which one moves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4 of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Headline numbers · Source: Grants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November · Grants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10¢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October 10¢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5887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Year to date (Jul to Nov 2025)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11¢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5887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same period last year: not in the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5 of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Source: Grants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Grants cost 11¢ to raise each dollar this financial year to date ($35,500 of grant writing and reporting for $322,093).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Usually the cheapest money to raise, as long as the time that goes into applications and acquittals is protected.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6 of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Headline numbers · Source: Donations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November · Donations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17¢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October 14¢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5887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Year to date (Jul to Nov 2025)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15¢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5887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same period last year: not in the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7 of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Source: Donations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Donations cost 15¢ to raise each dollar this financial year to date ($11,900 of donor campaigns for $80,500).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Steady and cheap, and untied: the money that builds reserves.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8 of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Headline numbers · Source: Fundraising events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November · Fundraising events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October none raised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5887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Year to date (Jul to Nov 2025)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41¢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5887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same period last year: not in the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9 of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Source: Fundraising events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Fundraising events cost 41¢ to raise each dollar this financial year to date ($15,200 of event costs for $36,800).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Usually the dearest money to raise: events are worth counting for what else they bring too (new donors, profile).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10 of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Cost to raise a dollar, by month (cents) · Cents per $1 · Every source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Months with an event (the gala, the Christmas appeal) jump. A gap means nothing was raised that month.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11 of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