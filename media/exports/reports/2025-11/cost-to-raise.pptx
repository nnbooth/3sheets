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17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0"¢";[Red](0"¢")</c:formatCode>
                <c:ptCount val="14"/>
                <c:pt idx="0">
                  <c:v>21</c:v>
                </c:pt>
                <c:pt idx="1">
                  <c:v>19</c:v>
                </c:pt>
                <c:pt idx="2">
                  <c:v>22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13</c:v>
                </c:pt>
                <c:pt idx="9">
                  <c:v>13</c:v>
                </c:pt>
                <c:pt idx="10">
                  <c:v>12</c:v>
                </c:pt>
                <c:pt idx="11">
                  <c:v>21</c:v>
                </c:pt>
                <c:pt idx="12">
                  <c:v>11</c:v>
                </c:pt>
                <c:pt idx="13">
                  <c:v>11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November · all fundraising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11¢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November 2025 (cents) · Source: All fundraising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November cost 11¢ to raise each dollar, against 11¢ in October. This financial year to date it has cost 14¢ a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November ·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10¢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 cost 11¢ to raise each dollar this financial year to date ($35,500 of grant writing and reporting for $322,093).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November · Donations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17¢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14¢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 cost 15¢ to raise each dollar this financial year to date ($11,900 of donor campaigns for $80,500).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November · Fundraising 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none raised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 cost 41¢ to raise each dollar this financial year to date ($15,200 of event costs for $36,800).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month (cents) · Cents per $1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Months with an event (the gala, the Christmas appeal) jump. A gap means nothing was raised that month.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