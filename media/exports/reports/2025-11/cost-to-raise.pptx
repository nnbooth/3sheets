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0"¢";[Red](0"¢")</c:formatCode>
                <c:ptCount val="14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0"¢";[Red](0"¢")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</c:f>
              <c:strCache>
                <c:ptCount val="2"/>
                <c:pt idx="0">
                  <c:v>Dec 24</c:v>
                </c:pt>
                <c:pt idx="1">
                  <c:v>Sep 25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42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November 2025. In short: Each dollar raised cost 11¢ in November,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November · all fundraising: 11¢; Year to date (Jul to Nov 2025): 14¢. November cost 11¢ to raise each dollar, against 11¢ in October.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November · Grants: 10¢; Year to date (Jul to Nov 2025): 11¢. Grants cost 11¢ to raise each dollar this financial year to date ($35,500 of grant writing and reporting for $322,093).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November · Donations: 17¢; Year to date (Jul to Nov 2025): 15¢. Donations cost 15¢ to raise each dollar this financial year to date ($11,900 of donor campaigns for $80,500).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November · Fundraising events: –; Year to date (Jul to Nov 2025): 41¢. Fundraising events cost 41¢ to raise each dollar this financial year to date ($15,200 of event costs for $36,800).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Each dollar raised cost 11¢ in November,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November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November cost 11¢ to raise each dollar, against 11¢ in October.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($35,500 of grant writing and reporting for $322,093).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($11,900 of donor campaigns for $80,500).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($15,200 of event costs for $36,800).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