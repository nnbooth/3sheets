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Housing support</c:v>
                </c:pt>
                <c:pt idx="3">
                  <c:v>Youth outreach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43.5</c:v>
                </c:pt>
                <c:pt idx="1">
                  <c:v>107.0</c:v>
                </c:pt>
                <c:pt idx="2">
                  <c:v>136.0</c:v>
                </c:pt>
                <c:pt idx="3">
                  <c:v>136.5</c:v>
                </c:pt>
                <c:pt idx="4">
                  <c:v>155.0</c:v>
                </c:pt>
                <c:pt idx="5">
                  <c:v>202.5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2.874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#,##0;[Red](#,##0)</c:formatCode>
                <c:ptCount val="14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November 2025.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November: 780.5 h; Volunteers who did a shift, November: 56; Hours per volunteer, November: 13.9 h; November last year: 373.5 h. 56 volunteers gave 780.5 h in November, against 817.0 h in October. Mental health first aid drew the most (202.5 h, 25.9%). Volunteer coordinator had the fewest volunteer hours (43.5 h). Hours are up 109.0% on November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780.5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817.0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373.5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27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56 volunteers gave 780.5 h in November, against 817.0 h in October. Mental health first aid drew the most (202.5 h, 25.9%).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(43.5 h). Hours are up 109.0% on November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