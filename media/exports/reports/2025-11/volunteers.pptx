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Mental health first aid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82.5</c:v>
                </c:pt>
                <c:pt idx="1">
                  <c:v>85.5</c:v>
                </c:pt>
                <c:pt idx="2">
                  <c:v>89.5</c:v>
                </c:pt>
                <c:pt idx="3">
                  <c:v>105.0</c:v>
                </c:pt>
                <c:pt idx="4">
                  <c:v>122.5</c:v>
                </c:pt>
                <c:pt idx="5">
                  <c:v>141.5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2.7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317.5</c:v>
                </c:pt>
                <c:pt idx="1">
                  <c:v>392.0</c:v>
                </c:pt>
                <c:pt idx="2">
                  <c:v>363.5</c:v>
                </c:pt>
                <c:pt idx="3">
                  <c:v>399.0</c:v>
                </c:pt>
                <c:pt idx="4">
                  <c:v>422.0</c:v>
                </c:pt>
                <c:pt idx="5">
                  <c:v>451.5</c:v>
                </c:pt>
                <c:pt idx="6">
                  <c:v>445.0</c:v>
                </c:pt>
                <c:pt idx="7">
                  <c:v>513.0</c:v>
                </c:pt>
                <c:pt idx="8">
                  <c:v>529.0</c:v>
                </c:pt>
                <c:pt idx="9">
                  <c:v>586.0</c:v>
                </c:pt>
                <c:pt idx="10">
                  <c:v>560.5</c:v>
                </c:pt>
                <c:pt idx="11">
                  <c:v>625.5</c:v>
                </c:pt>
                <c:pt idx="12">
                  <c:v>669.5</c:v>
                </c:pt>
                <c:pt idx="13">
                  <c:v>626.5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November 2025.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November: 626.5 h; Volunteers who did a shift, November: 43; Hours per volunteer, November: 14.6 h; November last year: 392.0 h. 43 volunteers gave 626.5 h in November, against 669.5 h in October. Youth outreach drew the most (141.5 h, 22.6%). Volunteer coordinator had the fewest volunteer hours (82.5 h). Hours are up 59.8% on November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626.5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669.5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14.6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392.0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43 volunteers gave 626.5 h in November, against 669.5 h in October. Youth outreach drew the most (141.5 h, 22.6%).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(82.5 h). Hours are up 59.8% on November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