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November against November last year: (22.4%); Year to date (Jul to Nov 2025): $362,530; Gross margin, year to date: 63.8%. Revenue is $362,530 this financial year to date (Jul to Nov 2025). Training makes the highest gross margin (75.8%); Projects the lowest (61.4%). The business needs 74.4% gross margin just to cover overheads. Projects: 61.4% gross margin, 21.4 points over the 40.0% target ($50,078 ahead on $234,330 this financial year to date). Training: 75.8% gross margin, 35.8 points over the 40.0% target ($12,420 ahead on $34,700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November against November last year: (47.1%); Year to date (Jul to Nov 2025): $234,330; Gross margin, year to date: 61.4%. Projects brought in $234,330 this financial year to date, at a 61.4% gross margin (below the 63.8% overall). Projects: 61.4% gross margin, 21.4 points over the 40.0% target ($50,078 ahead on $234,330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November against November last year: 88.7%; Year to date (Jul to Nov 2025): $93,500; Gross margin, year to date: 65.5%. Retainers brought in $93,500 this financial year to date, at a 65.5% gross margin (above the 63.8% overall). Retainers: 65.5% gross margin, 25.5 points over the 40.0% target ($23,880 ahead on $93,500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November against November last year: 91.3%; Year to date (Jul to Nov 2025): $34,700; Gross margin, year to date: 75.8%. Training brought in $34,700 this financial year to date, at a 75.8% gross margin (above the 63.8% overall). Training: 75.8% gross margin, 35.8 points over the 40.0% target ($12,420 ahead on $34,700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Nov 2025) against the same period last year · Services. Same period last year: Not available: the data starts October 2024. From gross margin to profit: November's client work made $52,800 gross margin (62.9%). Consultant time not charged to client work took $11,210 and overheads $51,270, leaving ($9,680) profit before tax ((11.5%) of revenue). To cover overheads, client work needs a 74.4%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(22.4%)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$83,940 against $108,140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$362,530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$231,390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$362,530 this financial year to date (Jul to Nov 2025). Training makes the highest gross margin (75.8%); Projects the lowest (61.4%). The business needs 74.4%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61.4% gross margin, 21.4 points over the 40.0% target ($50,078 ahead on $234,330 this financial year to date). Training: 75.8% gross margin, 35.8 points over the 40.0% target ($12,420 ahead on $34,700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(47.1%)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$46,840 against $88,540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$234,330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$143,810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$234,330 this financial year to date, at a 61.4% gross margin (below the 63.8%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61.4% gross margin, 21.4 points over the 40.0% target ($50,078 ahead on $234,330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$93,500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$61,280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$93,500 this financial year to date, at a 65.5% gross margin (above the 63.8%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65.5% gross margin, 25.5 points over the 40.0% target ($23,880 ahead on $93,500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$8,800 against $4,600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$34,700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$26,300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$34,700 this financial year to date, at a 75.8% gross margin (above the 63.8%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75.8% gross margin, 35.8 points over the 40.0% target ($12,420 ahead on $34,700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Nov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November's client work made $52,800 gross margin (62.9%). Consultant time not charged to client work took $11,210 and overheads $51,270, leaving ($9,680) profit before tax ((11.5%) of revenue). To cover overheads, client work needs a 74.4%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$234,330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$93,500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$61,280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$362,530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$231,390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