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Sheet1!$A$2:$A$15</c:f>
              <c:strCache>
                <c:ptCount val="1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</c:strCache>
            </c:strRef>
          </c:cat>
          <c:val>
            <c:numRef>
              <c:f>Sheet1!$B$2:$B$15</c:f>
              <c:numCache>
                <c:formatCode>$#,##0;[Red]($#,##0);"-"</c:formatCode>
                <c:ptCount val="14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November 2025.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November 2025: $227; November last year: $255; Year to date (Jul to Nov 2025): $255. 37 new customers came from $8,400 of marketing in November, against 33 from $8,600 in October: $227 each, down from $261. 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November 2025.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2025: Locked. November 2025 is locked (closed 2 Dec 2025).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October $261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November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33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Nov 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37 new customers came from $8,400 of marketing in November, against 33 from $8,600 in October: $227 each, down from $261.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