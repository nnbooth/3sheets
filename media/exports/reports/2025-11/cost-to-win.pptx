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#,##0;[Red](#,##0)</c:formatCode>
                <c:ptCount val="14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November 2025.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2025: Locked. October 2025 is locked (closed 4 Nov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November 2025: Locked. November 2025 is locked (closed 2 Dec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November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October $261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November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33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Nov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37 new customers came from $8,400 of marketing in November, against 33 from $8,600 in October: $227 each, down from $261.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