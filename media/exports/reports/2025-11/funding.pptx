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17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November 2025.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2025: Locked. October 2025 is locked (closed 4 Nov 2025).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November 2025: Locked. November 2025 is locked (closed 2 Dec 2025).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source, November 2025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In November it cost: Grants 10¢, donations 17¢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Cheapest to raise in November: grants (10¢ a dollar). Dearest: donations (17¢).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Grants: $322,093 raised this financial year to date (73.3% of everything raised), $35,500 to raise it, so $286,593 left for programs: 11¢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Donations: $80,500 raised this financial year to date (18.3% of everything raised), $11,900 to raise it, so $68,600 left for programs: 15¢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Fundraising events: $36,800 raised this financial year to date (8.4% of everything raised), $15,200 to raise it, so $21,600 left for programs: 41¢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Financial year to date (Jul to Nov 2025),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/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$322,093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$35,500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$286,593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$80,500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$11,900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$68,600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$36,800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