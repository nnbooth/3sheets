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Youth outreach</c:v>
                </c:pt>
                <c:pt idx="1">
                  <c:v>Emergency relief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Digital literacy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87.0</c:v>
                </c:pt>
                <c:pt idx="1">
                  <c:v>89.6</c:v>
                </c:pt>
                <c:pt idx="2">
                  <c:v>90.4</c:v>
                </c:pt>
                <c:pt idx="3">
                  <c:v>93.3</c:v>
                </c:pt>
                <c:pt idx="4">
                  <c:v>96.0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3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#,##0;[Red](#,##0)</c:formatCode>
                <c:ptCount val="14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November 2025. In short: 495 people helped in November; 52 couldn't be reached (90.5%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November: 495; Couldn't reach, November: 52; Share reached, November: 90.5%. 495 people were helped in November, and 52 came to a program but couldn't be helped: 90.5% reached (target 90.0%), against 91.0% in October. Youth outreach reached the smallest share: 87.0% (17 couldn't be helped). The main reason: program at capacity (17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November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495 people helped in November; 52 couldn't be reached (90.5%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506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172587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75307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495 people were helped in November, and 52 came to a program but couldn't be helped: 90.5% reached (target 90.0%), against 91.0% in October.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reached the smallest share: 87.0% (17 couldn't be helped). The main reason: program at capacity (17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