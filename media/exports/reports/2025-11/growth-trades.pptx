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November against November last year: (2.6%); Year to date (Jul to Nov 2025): $757,863; Gross margin, year to date: 37.5%. Revenue is $757,863 this financial year to date (Jul to Nov 2025). Maintenance contracts make the highest gross margin (59.5%); Installations the lowest (28.2%). The business needs 31.4% gross margin just to cover overheads. Installations: 28.2% gross margin, 6.8 points under the 35.0% target: about $32,632 on $481,200 of revenue this financial year to date. It's below the 31.4% needed to cover overheads, too. Maintenance contracts: 59.5% gross margin, 24.5 points over the 35.0% target ($41,910 ahead on $171,200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November against November last year: 45.1%; Year to date (Jul to Nov 2025): $171,200; Gross margin, year to date: 59.5%. Maintenance contracts brought in $171,200 this financial year to date, at a 59.5% gross margin (above the 37.5% overall). Maintenance contracts: 59.5% gross margin, 24.5 points over the 35.0% target ($41,910 ahead on $171,200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November against November last year: (13.8%); Year to date (Jul to Nov 2025): $481,200; Gross margin, year to date: 28.2%. Installations brought in $481,200 this financial year to date, at a 28.2% gross margin (below the 37.5% overall). Installations: 28.2% gross margin, 6.8 points under the 35.0% target: about $32,632 on $481,200 of revenue this financial year to date. It's below the 31.4%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November against November last year: 9.8%; Year to date (Jul to Nov 2025): $105,463; Gross margin, year to date: 43.8%. Call-outs and repairs brought in $105,463 this financial year to date, at a 43.8% gross margin (above the 37.5% overall). Call-outs and repairs: 43.8% gross margin, 8.8 points over the 35.0% target ($9,301 ahead on $105,463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Nov 2025) against the same period last year · Trades. Same period last year: Not available: the data starts October 2024. From gross margin to profit: November's jobs made $58,844 gross margin (33.7%). Technician time not charged to jobs took ($3,112) and overheads $57,960, leaving $3,996 profit before tax (2.3% of revenue). To cover overheads, jobs need a 31.4%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$174,786 against $179,474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$757,863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$283,831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$757,863 this financial year to date (Jul to Nov 2025). Maintenance contracts make the highest gross margin (59.5%); Installations the lowest (28.2%). The business needs 31.4%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28.2% gross margin, 6.8 points under the 35.0% target: about $32,632 on $481,200 of revenue this financial year to date. It's below the 31.4% needed to cover overheads, too. Maintenance contracts: 59.5% gross margin, 24.5 points over the 35.0% target ($41,910 ahead on $171,200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$35,800 against $24,670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$171,200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$101,830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$171,200 this financial year to date, at a 59.5% gross margin (above the 37.5%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($41,910 ahead on $171,200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(13.8%)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$113,300 against $131,400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$481,200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$135,788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$481,200 this financial year to date, at a 28.2% gross margin (below the 37.5%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28.2% gross margin, 6.8 points under the 35.0% target: about $32,632 on $481,200 of revenue this financial year to date. It's below the 31.4%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$25,686 against $23,404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$105,463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$46,213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$105,463 this financial year to date, at a 43.8% gross margin (above the 37.5%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43.8% gross margin, 8.8 points over the 35.0% target ($9,301 ahead on $105,463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Nov 2025)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November's jobs made $58,844 gross margin (33.7%). Technician time not charged to jobs took ($3,112) and overheads $57,960, leaving $3,996 profit before tax (2.3% of revenue). To cover overheads, jobs need a 31.4%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$101,830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$135,788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$105,463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$46,213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$757,863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$283,831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