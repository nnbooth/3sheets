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Volunteer coordinator</c:v>
                </c:pt>
                <c:pt idx="1">
                  <c:v>Community meals (2025-26)</c:v>
                </c:pt>
                <c:pt idx="2">
                  <c:v>Digital literacy</c:v>
                </c:pt>
                <c:pt idx="3">
                  <c:v>Mental health first aid</c:v>
                </c:pt>
                <c:pt idx="4">
                  <c:v>Youth outreach</c:v>
                </c:pt>
                <c:pt idx="5">
                  <c:v>Housing support</c:v>
                </c:pt>
              </c:strCache>
            </c:strRef>
          </c:cat>
          <c:val>
            <c:numRef>
              <c:f>Sheet1!$B$2:$B$7</c:f>
              <c:numCache>
                <c:formatCode>$#,##0;[Red]($#,##0);"-"</c:formatCode>
                <c:ptCount val="6"/>
                <c:pt idx="0">
                  <c:v>6368</c:v>
                </c:pt>
                <c:pt idx="1">
                  <c:v>6986</c:v>
                </c:pt>
                <c:pt idx="2">
                  <c:v>9868</c:v>
                </c:pt>
                <c:pt idx="3">
                  <c:v>17167</c:v>
                </c:pt>
                <c:pt idx="4">
                  <c:v>36633</c:v>
                </c:pt>
                <c:pt idx="5">
                  <c:v>42507</c:v>
                </c:pt>
              </c:numCache>
            </c:numRef>
          </c:val>
        </c:ser>
        <c:dLbls>
          <c:numFmt formatCode="$#,##0;[Red]($#,##0);&quot;-&quot;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Volunteer coordinator</c:v>
                </c:pt>
                <c:pt idx="1">
                  <c:v>Community meals (2025-26)</c:v>
                </c:pt>
                <c:pt idx="2">
                  <c:v>Digital literacy</c:v>
                </c:pt>
                <c:pt idx="3">
                  <c:v>Mental health first aid</c:v>
                </c:pt>
                <c:pt idx="4">
                  <c:v>Youth outreach</c:v>
                </c:pt>
                <c:pt idx="5">
                  <c:v>Housing support</c:v>
                </c:pt>
              </c:strCache>
            </c:strRef>
          </c:cat>
          <c:val>
            <c:numRef>
              <c:f>Sheet1!$B$2:$B$7</c:f>
              <c:numCache>
                <c:formatCode>0.0"%";[Red](0.0"%")</c:formatCode>
                <c:ptCount val="6"/>
                <c:pt idx="0">
                  <c:v>5.3</c:v>
                </c:pt>
                <c:pt idx="1">
                  <c:v>5.8</c:v>
                </c:pt>
                <c:pt idx="2">
                  <c:v>8.3</c:v>
                </c:pt>
                <c:pt idx="3">
                  <c:v>14.4</c:v>
                </c:pt>
                <c:pt idx="4">
                  <c:v>30.6</c:v>
                </c:pt>
                <c:pt idx="5">
                  <c:v>35.6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Sheet1!$A$2:$A$20</c:f>
              <c:strCache>
                <c:ptCount val="19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</c:strCache>
            </c:strRef>
          </c:cat>
          <c:val>
            <c:numRef>
              <c:f>Sheet1!$B$2:$B$20</c:f>
              <c:numCache>
                <c:formatCode>$#,##0;[Red]($#,##0);"-"</c:formatCode>
                <c:ptCount val="19"/>
                <c:pt idx="0">
                  <c:v>26600</c:v>
                </c:pt>
                <c:pt idx="1">
                  <c:v>31800</c:v>
                </c:pt>
                <c:pt idx="2">
                  <c:v>29700</c:v>
                </c:pt>
                <c:pt idx="3">
                  <c:v>62700</c:v>
                </c:pt>
                <c:pt idx="4">
                  <c:v>61700</c:v>
                </c:pt>
                <c:pt idx="5">
                  <c:v>54500</c:v>
                </c:pt>
                <c:pt idx="6">
                  <c:v>61500</c:v>
                </c:pt>
                <c:pt idx="7">
                  <c:v>61700</c:v>
                </c:pt>
                <c:pt idx="8">
                  <c:v>52200</c:v>
                </c:pt>
                <c:pt idx="9">
                  <c:v>59063</c:v>
                </c:pt>
                <c:pt idx="10">
                  <c:v>61544</c:v>
                </c:pt>
                <c:pt idx="11">
                  <c:v>62137</c:v>
                </c:pt>
                <c:pt idx="12">
                  <c:v>69185</c:v>
                </c:pt>
                <c:pt idx="13">
                  <c:v>70164</c:v>
                </c:pt>
                <c:pt idx="14">
                  <c:v>68793</c:v>
                </c:pt>
                <c:pt idx="15">
                  <c:v>59785</c:v>
                </c:pt>
                <c:pt idx="16">
                  <c:v>55759</c:v>
                </c:pt>
                <c:pt idx="17">
                  <c:v>53806</c:v>
                </c:pt>
                <c:pt idx="18">
                  <c:v>66729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b="1">
                <a:solidFill>
                  <a:srgbClr val="FFFFFF"/>
                </a:solidFill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25342A"/>
                </a:solidFill>
                <a:latin typeface="Arial"/>
              </a:rPr>
              <a:t>The 4th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7A52"/>
                </a:solidFill>
                <a:latin typeface="Arial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5342A"/>
                </a:solidFill>
                <a:latin typeface="Arial"/>
              </a:rPr>
              <a:t>What does each program really cost?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F6F63"/>
                </a:solidFill>
                <a:latin typeface="Arial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25342A"/>
                </a:solidFill>
                <a:latin typeface="Arial"/>
              </a:rPr>
              <a:t>Period: April 2026. Each program's full cost: what its grant pays for, plus its fair share of the costs no single grant covers (untied program costs and administration, shared by grant spending). Pick a program and every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How final is this data?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March 2026: Locked. March 2026 is locked (closed 2 Apr 2026). These numbers won't change.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April 2026: Locked. April 2026 is locked (closed 5 May 2026). These numbers won't change.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program-cost.pptx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 of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Full cost of each program, April 2026 · $ · Program: All programs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program-cost.pptx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2 of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Full cost of each program, April 2026 · % of total · Program: All programs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program-cost.pptx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3 of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Program: All programs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Housing support is the biggest program: $42,507 in April once its share of untied program costs and administration is added to $23,730 of grant spending. Shared costs add 79.1% on top of grant spending across all programs.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The full cost (not just the grant line) is the number for renewal applications, where the funder lets you recover a share of overheads. Pick a program above to see it on its own.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4 of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Program: Housing support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Housing support cost $42,507 in full in April: $23,730 paid by the State Housing Program grant, and $18,777 of shared costs no grant covers. It has spent 88.0% of its budget to date, with $254,428 left and 8 months to 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The full cost is $42,507 a month; $18,777 of it is shared cost the grant doesn't pay for. Worth asking for as much of it as the funder allows at renewal.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5 of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Program: Youth outreach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Youth outreach cost $36,633 in full in April: $20,451 paid by the State Department of Families grant, and $16,182 of shared costs no grant covers. It has spent 98.6% of its budget to date, with $282,814 left and 14 months to 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The full cost is $36,633 a month; $16,182 of it is shared cost the grant doesn't pay for. Worth asking for as much of it as the funder allows at renewal.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6 of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Program: Mental health first aid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Mental health first aid cost $17,167 in full in April: $9,584 paid by the Federal health program grant, and $7,583 of shared costs no grant covers. It has spent 95.8% of its budget to date, with $110,416 left and 11 months to 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The full cost is $17,167 a month; $7,583 of it is shared cost the grant doesn't pay for. Worth asking for as much of it as the funder allows at renewal.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7 of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Program: Digital literacy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Digital literacy cost $9,868 in full in April: $5,509 paid by the Philanthropic foundation grant, and $4,359 of shared costs no grant covers. It has spent 102.1% of its budget to date, with $54,264 left and 11 months to 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The full cost is $9,868 a month; $4,359 of it is shared cost the grant doesn't pay for. Worth asking for as much of it as the funder allows at renewal.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8 of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Program: Community meals (2025-26)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Community meals (2025-26) cost $6,986 in full in April: $3,900 paid by the Local council community grant grant, and $3,086 of shared costs no grant covers. It has spent 97.6% of its budget to date, with $8,200 left and 2 months to 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The full cost is $6,986 a month; $3,086 of it is shared cost the grant doesn't pay for. Worth asking for as much of it as the funder allows at renewal.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9 of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Program: Volunteer coordinator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Volunteer coordinator cost $6,368 in full in April: $3,555 paid by the State volunteering grant grant, and $2,813 of shared costs no grant covers. It has spent 108.1% of its budget to date, with $29,513 left and 10 months to 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The full cost is $6,368 a month; $2,813 of it is shared cost the grant doesn't pay for. Worth asking for as much of it as the funder allows at renewal.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10 of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Grant spending, by month · Spend $ · Every program at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Grant spending only (the program's direct cost). All programs includes grants that have finished.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program-cost.pptx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11 of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