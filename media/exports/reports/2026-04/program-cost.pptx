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6368</c:v>
                </c:pt>
                <c:pt idx="1">
                  <c:v>6986</c:v>
                </c:pt>
                <c:pt idx="2">
                  <c:v>9868</c:v>
                </c:pt>
                <c:pt idx="3">
                  <c:v>17167</c:v>
                </c:pt>
                <c:pt idx="4">
                  <c:v>36633</c:v>
                </c:pt>
                <c:pt idx="5">
                  <c:v>42507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883.04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  <c:pt idx="17">
                  <c:v>4100</c:v>
                </c:pt>
                <c:pt idx="18">
                  <c:v>3900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April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$42,507 in April once its share of untied program costs and administration is added to $23,730 of grant spending. Shared costs add 79.1%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$42,507 in full in April: $23,730 paid by the State Housing Program grant, and $18,777 of shared costs no grant covers. It has spent 88.0% of its budget to date, with $254,428 left and 8 months to go. The full cost is $42,507 a month; $18,777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$36,633 in full in April: $20,451 paid by the State Department of Families grant, and $16,182 of shared costs no grant covers. It has spent 98.6% of its budget to date, with $282,814 left and 14 months to go. The full cost is $36,633 a month; $16,182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$17,167 in full in April: $9,584 paid by the Federal health program grant, and $7,583 of shared costs no grant covers. It has spent 95.8% of its budget to date, with $110,416 left and 11 months to go. The full cost is $17,167 a month; $7,583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$9,868 in full in April: $5,509 paid by the Philanthropic foundation grant, and $4,359 of shared costs no grant covers. It has spent 102.1% of its budget to date, with $54,264 left and 11 months to go. The full cost is $9,868 a month; $4,359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$6,986 in full in April: $3,900 paid by the Local council community grant grant, and $3,086 of shared costs no grant covers. It has spent 97.6% of its budget to date, with $8,200 left and 2 months to go. The full cost is $6,986 a month; $3,086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$6,368 in full in April: $3,555 paid by the State volunteering grant grant, and $2,813 of shared costs no grant covers. It has spent 108.1% of its budget to date, with $29,513 left and 10 months to go. The full cost is $6,368 a month; $2,813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April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$42,507 in April once its share of untied program costs and administration is added to $23,730 of grant spending. Shared costs add 79.1%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$42,507 in full in April: $23,730 paid by the State Housing Program grant, and $18,777 of shared costs no grant covers. It has spent 88.0% of its budget to date, with $254,428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$42,507 a month; $18,777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$36,633 in full in April: $20,451 paid by the State Department of Families grant, and $16,182 of shared costs no grant covers. It has spent 98.6% of its budget to date, with $282,814 left and 14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$36,633 a month; $16,182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$17,167 in full in April: $9,584 paid by the Federal health program grant, and $7,583 of shared costs no grant covers. It has spent 95.8% of its budget to date, with $110,416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$17,167 a month; $7,583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$9,868 in full in April: $5,509 paid by the Philanthropic foundation grant, and $4,359 of shared costs no grant covers. It has spent 102.1% of its budget to date, with $54,264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$9,868 a month; $4,359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$6,986 in full in April: $3,900 paid by the Local council community grant grant, and $3,086 of shared costs no grant covers. It has spent 97.6% of its budget to date, with $8,200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$6,986 a month; $3,086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$6,368 in full in April: $3,555 paid by the State volunteering grant grant, and $2,813 of shared costs no grant covers. It has spent 108.1% of its budget to date, with $29,513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$6,368 a month; $2,813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