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Within 2 working hours %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Sheet1!$A$2:$A$20</c:f>
              <c:strCache>
                <c:ptCount val="19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</c:strCache>
            </c:strRef>
          </c:cat>
          <c:val>
            <c:numRef>
              <c:f>Sheet1!$B$2:$B$20</c:f>
              <c:numCache>
                <c:formatCode>0.0"%";[Red](0.0"%")</c:formatCode>
                <c:ptCount val="19"/>
                <c:pt idx="0">
                  <c:v>86.5</c:v>
                </c:pt>
                <c:pt idx="1">
                  <c:v>85.3</c:v>
                </c:pt>
                <c:pt idx="2">
                  <c:v>82.6</c:v>
                </c:pt>
                <c:pt idx="3">
                  <c:v>79.5</c:v>
                </c:pt>
                <c:pt idx="4">
                  <c:v>74.2</c:v>
                </c:pt>
                <c:pt idx="5">
                  <c:v>72.9</c:v>
                </c:pt>
                <c:pt idx="6">
                  <c:v>71.1</c:v>
                </c:pt>
                <c:pt idx="7">
                  <c:v>74.0</c:v>
                </c:pt>
                <c:pt idx="8">
                  <c:v>68.1</c:v>
                </c:pt>
                <c:pt idx="9">
                  <c:v>66.7</c:v>
                </c:pt>
                <c:pt idx="10">
                  <c:v>66.3</c:v>
                </c:pt>
                <c:pt idx="11">
                  <c:v>69.7</c:v>
                </c:pt>
                <c:pt idx="12">
                  <c:v>67.0</c:v>
                </c:pt>
                <c:pt idx="13">
                  <c:v>66.7</c:v>
                </c:pt>
                <c:pt idx="14">
                  <c:v>70.6</c:v>
                </c:pt>
                <c:pt idx="15">
                  <c:v>67.0</c:v>
                </c:pt>
                <c:pt idx="16">
                  <c:v>61.6</c:v>
                </c:pt>
                <c:pt idx="17">
                  <c:v>65.3</c:v>
                </c:pt>
                <c:pt idx="18">
                  <c:v>58.9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1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.0&quot;%&quot;;[Red](0.0&quot;%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Called back within 2 working hours</c:v>
                </c:pt>
              </c:strCache>
            </c:strRef>
          </c:tx>
          <c:dPt>
            <c:idx val="0"/>
            <c:spPr>
              <a:solidFill>
                <a:srgbClr val="7D8790"/>
              </a:solidFill>
            </c:spPr>
          </c:dPt>
          <c:dPt>
            <c:idx val="1"/>
            <c:spPr>
              <a:solidFill>
                <a:srgbClr val="7D8790"/>
              </a:solidFill>
            </c:spPr>
          </c:dPt>
          <c:dPt>
            <c:idx val="2"/>
            <c:spPr>
              <a:solidFill>
                <a:srgbClr val="7D8790"/>
              </a:solidFill>
            </c:spPr>
          </c:dPt>
          <c:cat>
            <c:strRef>
              <c:f>Sheet1!$A$2:$A$4</c:f>
              <c:strCache>
                <c:ptCount val="3"/>
                <c:pt idx="0">
                  <c:v>Email</c:v>
                </c:pt>
                <c:pt idx="1">
                  <c:v>Phone</c:v>
                </c:pt>
                <c:pt idx="2">
                  <c:v>Web form</c:v>
                </c:pt>
              </c:strCache>
            </c:strRef>
          </c:cat>
          <c:val>
            <c:numRef>
              <c:f>Sheet1!$B$2:$B$4</c:f>
              <c:numCache>
                <c:formatCode>0.0"%";[Red](0.0"%")</c:formatCode>
                <c:ptCount val="3"/>
                <c:pt idx="0">
                  <c:v>43.8</c:v>
                </c:pt>
                <c:pt idx="1">
                  <c:v>54.0</c:v>
                </c:pt>
                <c:pt idx="2">
                  <c:v>75.9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92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long do customers wait for a callback?. Sample Electrical &amp; Air Pty Ltd. Period: April 2026. Every customer enquiry (phone, web form, email) and how long until someone first called back, in working minutes. Every call-out job has the enquiry that booked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long do customers wait for a callback?. Called back within 2 working hours, April: 58.9%; Median wait, April: 90 min; Enquiries, April: 95. 58.9% of the 95 enquiries called back in April heard back within 2 working hours (target 80.0%), down from 65.3% in March. The median wait was 90 working minutes. 20 more enquiries would have needed a faster callback to reach the 80.0% target. Email enquiries are the slowest: 43.8% within 2 working hours.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Called back within 2 working hours, by channel, April 2026. Target 80.0%.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How long do customers wait for a callback?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April 2026. Every customer enquiry (phone, web form, email) and how long until someone first called back, in working minutes. Every call-out job has the enquiry that booked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March 2026: Locked. March 2026 is locked (closed 2 Apr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April 2026: Locked. April 2026 is locked (closed 5 May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callbacks.pptx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6:28pm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How long do customers wait for a callback?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How long do customers wait for a callback?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Callbacks by month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Called back within 2 working hours, April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58.9%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80.0% · March 65.3%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Median wait, April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90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March 68 min (working minutes)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Enquiries, April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95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March 98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58.9% of the 95 enquiries called back in April heard back within 2 working hours (target 80.0%), down from 65.3% in March. The median wait was 90 working minutes.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20 more enquiries would have needed a faster callback to reach the 80.0% target. Email enquiries are the slowest: 43.8% within 2 working hours.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callbacks.pptx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6:28pm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Called back within 2 working hours, by channel, April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How long do customers wait for a callback?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Target 80.0%.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5278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7" name="Connector 6"/>
          <p:cNvCxnSpPr/>
          <p:nvPr/>
        </p:nvCxnSpPr>
        <p:spPr>
          <a:xfrm>
            <a:off x="9528067" y="1414470"/>
            <a:ext cx="0" cy="3984467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8430787" y="5398937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80.0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199632"/>
            <a:ext cx="54864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Grey = below target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callbacks.pptx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6:28pm · Sample data · Made with Python (python-pptx)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