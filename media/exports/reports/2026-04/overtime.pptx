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1.5</c:v>
                </c:pt>
                <c:pt idx="1">
                  <c:v>1.3</c:v>
                </c:pt>
                <c:pt idx="2">
                  <c:v>1.9</c:v>
                </c:pt>
                <c:pt idx="3">
                  <c:v>2.3</c:v>
                </c:pt>
                <c:pt idx="4">
                  <c:v>2.8</c:v>
                </c:pt>
                <c:pt idx="5">
                  <c:v>2.4</c:v>
                </c:pt>
                <c:pt idx="6">
                  <c:v>3.6</c:v>
                </c:pt>
                <c:pt idx="7">
                  <c:v>2.6</c:v>
                </c:pt>
                <c:pt idx="8">
                  <c:v>2.8</c:v>
                </c:pt>
                <c:pt idx="9">
                  <c:v>2.4</c:v>
                </c:pt>
                <c:pt idx="10">
                  <c:v>4.6</c:v>
                </c:pt>
                <c:pt idx="11">
                  <c:v>3.0</c:v>
                </c:pt>
                <c:pt idx="12">
                  <c:v>4.0</c:v>
                </c:pt>
                <c:pt idx="13">
                  <c:v>3.9</c:v>
                </c:pt>
                <c:pt idx="14">
                  <c:v>3.5</c:v>
                </c:pt>
                <c:pt idx="15">
                  <c:v>3.8</c:v>
                </c:pt>
                <c:pt idx="16">
                  <c:v>5.8</c:v>
                </c:pt>
                <c:pt idx="17">
                  <c:v>5.6</c:v>
                </c:pt>
                <c:pt idx="18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4.5</c:v>
                </c:pt>
                <c:pt idx="1">
                  <c:v>8.5</c:v>
                </c:pt>
                <c:pt idx="2">
                  <c:v>21.5</c:v>
                </c:pt>
                <c:pt idx="3">
                  <c:v>25.5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3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T3</c:v>
                </c:pt>
                <c:pt idx="1">
                  <c:v>Technician T6</c:v>
                </c:pt>
                <c:pt idx="2">
                  <c:v>Technician T4</c:v>
                </c:pt>
                <c:pt idx="3">
                  <c:v>Technician T1</c:v>
                </c:pt>
                <c:pt idx="4">
                  <c:v>Technician T2</c:v>
                </c:pt>
                <c:pt idx="5">
                  <c:v>Technician T7</c:v>
                </c:pt>
                <c:pt idx="6">
                  <c:v>Technician T5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8.5</c:v>
                </c:pt>
                <c:pt idx="4">
                  <c:v>9.5</c:v>
                </c:pt>
                <c:pt idx="5">
                  <c:v>9.5</c:v>
                </c:pt>
                <c:pt idx="6">
                  <c:v>14.5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674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April 2026.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April: 5.8%; Overtime hours, April: 60.0 h; April last year: 3.6%. Technicians worked 60.0 h of overtime in April, 5.8% of ordinary hours (target under 5.0%), against 5.6% in March. Over the last year it has gone from 3.6% to 5.8%. After-hours call-out is the main reason: 25.5 h, 42.5% of the overtime. Technician T5 carried the most (14.5 h). Above target by 7.9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April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April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63.5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60.0 h of overtime in April, 5.8% of ordinary hours (target under 5.0%), against 5.6% in March. Over the last year it has gone from 3.6% to 5.8%.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25.5 h, 42.5% of the overtime. Technician T5 carried the most (14.5 h). Above target by 7.9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