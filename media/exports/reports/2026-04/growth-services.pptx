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94520</c:v>
                </c:pt>
                <c:pt idx="1">
                  <c:v>108140</c:v>
                </c:pt>
                <c:pt idx="2">
                  <c:v>114895</c:v>
                </c:pt>
                <c:pt idx="3">
                  <c:v>88250</c:v>
                </c:pt>
                <c:pt idx="4">
                  <c:v>111010</c:v>
                </c:pt>
                <c:pt idx="5">
                  <c:v>77175</c:v>
                </c:pt>
                <c:pt idx="6">
                  <c:v>63970</c:v>
                </c:pt>
                <c:pt idx="7">
                  <c:v>95555</c:v>
                </c:pt>
                <c:pt idx="8">
                  <c:v>90220</c:v>
                </c:pt>
                <c:pt idx="9">
                  <c:v>86320</c:v>
                </c:pt>
                <c:pt idx="10">
                  <c:v>61475</c:v>
                </c:pt>
                <c:pt idx="11">
                  <c:v>59535</c:v>
                </c:pt>
                <c:pt idx="12">
                  <c:v>71260</c:v>
                </c:pt>
                <c:pt idx="13">
                  <c:v>83940</c:v>
                </c:pt>
                <c:pt idx="14">
                  <c:v>69420</c:v>
                </c:pt>
                <c:pt idx="15">
                  <c:v>92370</c:v>
                </c:pt>
                <c:pt idx="16">
                  <c:v>100055</c:v>
                </c:pt>
                <c:pt idx="17">
                  <c:v>109865</c:v>
                </c:pt>
                <c:pt idx="18">
                  <c:v>80590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70720</c:v>
                </c:pt>
                <c:pt idx="1">
                  <c:v>88540</c:v>
                </c:pt>
                <c:pt idx="2">
                  <c:v>94695</c:v>
                </c:pt>
                <c:pt idx="3">
                  <c:v>66850</c:v>
                </c:pt>
                <c:pt idx="4">
                  <c:v>84410</c:v>
                </c:pt>
                <c:pt idx="5">
                  <c:v>48975</c:v>
                </c:pt>
                <c:pt idx="6">
                  <c:v>37570</c:v>
                </c:pt>
                <c:pt idx="7">
                  <c:v>59755</c:v>
                </c:pt>
                <c:pt idx="8">
                  <c:v>64520</c:v>
                </c:pt>
                <c:pt idx="9">
                  <c:v>64820</c:v>
                </c:pt>
                <c:pt idx="10">
                  <c:v>38775</c:v>
                </c:pt>
                <c:pt idx="11">
                  <c:v>38035</c:v>
                </c:pt>
                <c:pt idx="12">
                  <c:v>45860</c:v>
                </c:pt>
                <c:pt idx="13">
                  <c:v>46840</c:v>
                </c:pt>
                <c:pt idx="14">
                  <c:v>29520</c:v>
                </c:pt>
                <c:pt idx="15">
                  <c:v>60170</c:v>
                </c:pt>
                <c:pt idx="16">
                  <c:v>62955</c:v>
                </c:pt>
                <c:pt idx="17">
                  <c:v>75165</c:v>
                </c:pt>
                <c:pt idx="18">
                  <c:v>47090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15000</c:v>
                </c:pt>
                <c:pt idx="1">
                  <c:v>15000</c:v>
                </c:pt>
                <c:pt idx="2">
                  <c:v>15000</c:v>
                </c:pt>
                <c:pt idx="3">
                  <c:v>15000</c:v>
                </c:pt>
                <c:pt idx="4">
                  <c:v>15000</c:v>
                </c:pt>
                <c:pt idx="5">
                  <c:v>21800</c:v>
                </c:pt>
                <c:pt idx="6">
                  <c:v>21800</c:v>
                </c:pt>
                <c:pt idx="7">
                  <c:v>21800</c:v>
                </c:pt>
                <c:pt idx="8">
                  <c:v>21800</c:v>
                </c:pt>
                <c:pt idx="9">
                  <c:v>16300</c:v>
                </c:pt>
                <c:pt idx="10">
                  <c:v>16300</c:v>
                </c:pt>
                <c:pt idx="11">
                  <c:v>16300</c:v>
                </c:pt>
                <c:pt idx="12">
                  <c:v>16300</c:v>
                </c:pt>
                <c:pt idx="13">
                  <c:v>28300</c:v>
                </c:pt>
                <c:pt idx="14">
                  <c:v>28300</c:v>
                </c:pt>
                <c:pt idx="15">
                  <c:v>28300</c:v>
                </c:pt>
                <c:pt idx="16">
                  <c:v>28300</c:v>
                </c:pt>
                <c:pt idx="17">
                  <c:v>28300</c:v>
                </c:pt>
                <c:pt idx="18">
                  <c:v>28300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3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8800</c:v>
                </c:pt>
                <c:pt idx="1">
                  <c:v>4600</c:v>
                </c:pt>
                <c:pt idx="2">
                  <c:v>5200</c:v>
                </c:pt>
                <c:pt idx="3">
                  <c:v>6400</c:v>
                </c:pt>
                <c:pt idx="4">
                  <c:v>11600</c:v>
                </c:pt>
                <c:pt idx="5">
                  <c:v>6400</c:v>
                </c:pt>
                <c:pt idx="6">
                  <c:v>4600</c:v>
                </c:pt>
                <c:pt idx="7">
                  <c:v>14000</c:v>
                </c:pt>
                <c:pt idx="8">
                  <c:v>3900</c:v>
                </c:pt>
                <c:pt idx="9">
                  <c:v>5200</c:v>
                </c:pt>
                <c:pt idx="10">
                  <c:v>6400</c:v>
                </c:pt>
                <c:pt idx="11">
                  <c:v>5200</c:v>
                </c:pt>
                <c:pt idx="12">
                  <c:v>9100</c:v>
                </c:pt>
                <c:pt idx="13">
                  <c:v>8800</c:v>
                </c:pt>
                <c:pt idx="14">
                  <c:v>11600</c:v>
                </c:pt>
                <c:pt idx="15">
                  <c:v>3900</c:v>
                </c:pt>
                <c:pt idx="16">
                  <c:v>8800</c:v>
                </c:pt>
                <c:pt idx="17">
                  <c:v>6400</c:v>
                </c:pt>
                <c:pt idx="18">
                  <c:v>5200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April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April against April last year: 26.0%; Year to date (Jul to Apr 2026): $814,830; Gross margin, year to date: 64.0%. Revenue is $814,830 this financial year to date (Jul to Apr 2026). Training makes the highest gross margin (74.6%); Projects the lowest (61.6%). The business needs 88.6% gross margin just to cover overheads. Projects: 61.6% gross margin, 21.6 points over the 40.0% target ($109,938 ahead on $509,230 this financial year to date). Training: 74.6% gross margin, 34.6 points over the 40.0% target ($24,420 ahead on $70,600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April against April last year: 25.3%; Year to date (Jul to Apr 2026): $509,230; Gross margin, year to date: 61.6%. Projects brought in $509,230 this financial year to date, at a 61.6% gross margin (below the 64.0% overall). Projects: 61.6% gross margin, 21.6 points over the 40.0% target ($109,938 ahead on $509,230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April against April last year: 29.8%; Year to date (Jul to Apr 2026): $235,000; Gross margin, year to date: 66.0%. Retainers brought in $235,000 this financial year to date, at a 66.0% gross margin (above the 64.0% overall). Retainers: 66.0% gross margin, 26.0 points over the 40.0% target ($61,200 ahead on $235,000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April against April last year: 13.0%; Year to date (Jul to Apr 2026): $70,600; Gross margin, year to date: 74.6%. Training brought in $70,600 this financial year to date, at a 74.6% gross margin (above the 64.0% overall). Training: 74.6% gross margin, 34.6 points over the 40.0% target ($24,420 ahead on $70,600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Apr 2026) against the same period last year · Services. Same period last year: Not available: the data starts October 2024. From gross margin to profit: April's client work made $52,730 gross margin (65.4%). Consultant time not charged to client work took $19,740 and overheads $51,660, leaving ($18,670) profit before tax ((23.2%) of revenue). To cover overheads, client work needs a 88.6%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26.0%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$80,590 against $63,970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$814,830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$521,490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$814,830 this financial year to date (Jul to Apr 2026). Training makes the highest gross margin (74.6%); Projects the lowest (61.6%). The business needs 88.6%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61.6% gross margin, 21.6 points over the 40.0% target ($109,938 ahead on $509,230 this financial year to date). Training: 74.6% gross margin, 34.6 points over the 40.0% target ($24,420 ahead on $70,600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$47,090 against $37,570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$509,230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61.6%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$313,630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$509,230 this financial year to date, at a 61.6% gross margin (below the 64.0%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61.6% gross margin, 21.6 points over the 40.0% target ($109,938 ahead on $509,230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29.8%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$28,300 against $21,800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$235,000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66.0%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$155,200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$235,000 this financial year to date, at a 66.0% gross margin (above the 64.0%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66.0% gross margin, 26.0 points over the 40.0% target ($61,200 ahead on $235,000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$5,200 against $4,600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$70,600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74.6%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$52,660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$70,600 this financial year to date, at a 74.6% gross margin (above the 64.0%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74.6% gross margin, 34.6 points over the 40.0% target ($24,420 ahead on $70,600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Apr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April's client work made $52,730 gross margin (65.4%). Consultant time not charged to client work took $19,740 and overheads $51,660, leaving ($18,670) profit before tax ((23.2%) of revenue). To cover overheads, client work needs a 88.6%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$509,230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$313,630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$235,000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$155,200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$70,600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$52,660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$814,830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$521,490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64.0%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