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Community meals</c:v>
                </c:pt>
                <c:pt idx="1">
                  <c:v>Mental health first aid</c:v>
                </c:pt>
                <c:pt idx="2">
                  <c:v>Volunteer coordinator</c:v>
                </c:pt>
                <c:pt idx="3">
                  <c:v>Housing support</c:v>
                </c:pt>
                <c:pt idx="4">
                  <c:v>Digital literacy</c:v>
                </c:pt>
                <c:pt idx="5">
                  <c:v>Youth outreach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112.0</c:v>
                </c:pt>
                <c:pt idx="1">
                  <c:v>112.5</c:v>
                </c:pt>
                <c:pt idx="2">
                  <c:v>118.5</c:v>
                </c:pt>
                <c:pt idx="3">
                  <c:v>134.5</c:v>
                </c:pt>
                <c:pt idx="4">
                  <c:v>154.0</c:v>
                </c:pt>
                <c:pt idx="5">
                  <c:v>163.0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7.4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#,##0;[Red](#,##0)</c:formatCode>
                <c:ptCount val="19"/>
                <c:pt idx="0">
                  <c:v>317.5</c:v>
                </c:pt>
                <c:pt idx="1">
                  <c:v>392.0</c:v>
                </c:pt>
                <c:pt idx="2">
                  <c:v>363.5</c:v>
                </c:pt>
                <c:pt idx="3">
                  <c:v>399.0</c:v>
                </c:pt>
                <c:pt idx="4">
                  <c:v>422.0</c:v>
                </c:pt>
                <c:pt idx="5">
                  <c:v>451.5</c:v>
                </c:pt>
                <c:pt idx="6">
                  <c:v>445.0</c:v>
                </c:pt>
                <c:pt idx="7">
                  <c:v>513.0</c:v>
                </c:pt>
                <c:pt idx="8">
                  <c:v>529.0</c:v>
                </c:pt>
                <c:pt idx="9">
                  <c:v>586.0</c:v>
                </c:pt>
                <c:pt idx="10">
                  <c:v>560.5</c:v>
                </c:pt>
                <c:pt idx="11">
                  <c:v>625.5</c:v>
                </c:pt>
                <c:pt idx="12">
                  <c:v>669.5</c:v>
                </c:pt>
                <c:pt idx="13">
                  <c:v>626.5</c:v>
                </c:pt>
                <c:pt idx="14">
                  <c:v>683.0</c:v>
                </c:pt>
                <c:pt idx="15">
                  <c:v>711.5</c:v>
                </c:pt>
                <c:pt idx="16">
                  <c:v>700.0</c:v>
                </c:pt>
                <c:pt idx="17">
                  <c:v>772.0</c:v>
                </c:pt>
                <c:pt idx="18">
                  <c:v>794.5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April 2026.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April: 794.5 h; Volunteers who did a shift, April: 53; Hours per volunteer, April: 15.0 h; April last year: 445.0 h. 53 volunteers gave 794.5 h in April, against 772.0 h in March. Youth outreach drew the most (163.0 h, 20.5%). Community meals had the fewest volunteer hours (112.0 h). Hours are up 78.5% on April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3136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084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April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794.5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772.0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April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April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15.0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445.0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34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53 volunteers gave 794.5 h in April, against 772.0 h in March. Youth outreach drew the most (163.0 h, 20.5%).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had the fewest volunteer hours (112.0 h). Hours are up 78.5% on April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