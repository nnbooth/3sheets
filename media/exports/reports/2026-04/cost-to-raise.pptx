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11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0"¢";[Red](0"¢")</c:formatCode>
                <c:ptCount val="19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12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0"¢";[Red](0"¢")</c:formatCode>
                <c:ptCount val="19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13</c:v>
                </c:pt>
                <c:pt idx="17">
                  <c:v>13</c:v>
                </c:pt>
                <c:pt idx="18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Sheet1!$A$2:$A$4</c:f>
              <c:strCache>
                <c:ptCount val="3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42</c:v>
                </c:pt>
                <c:pt idx="1">
                  <c:v>41</c:v>
                </c:pt>
                <c:pt idx="2">
                  <c:v>42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April 2026. In short: Each dollar raised cost 11¢ in April, and 14¢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April · all fundraising: 11¢; Year to date (Jul to Apr 2026): 14¢. April cost 11¢ to raise each dollar, against 13¢ in March. This financial year to date it has cost 14¢ a dollar.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April · Grants: 11¢; Year to date (Jul to Apr 2026): 11¢. Grants cost 11¢ to raise each dollar this financial year to date ($71,000 of grant writing and reporting for $626,965).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April · Donations: 13¢; Year to date (Jul to Apr 2026): 15¢. Donations cost 15¢ to raise each dollar this financial year to date ($25,100 of donor campaigns for $169,200).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April · Fundraising events: –; Year to date (Jul to Apr 2026): 41¢. Fundraising events cost 41¢ to raise each dollar this financial year to date ($17,800 of event costs for $43,000).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In short: Each dollar raised cost 11¢ in April, and 14¢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April 2026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April cost 11¢ to raise each dollar, against 13¢ in March. This financial year to date it has cost 14¢ a dollar.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11¢ to raise each dollar this financial year to date ($71,000 of grant writing and reporting for $626,965).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15¢ to raise each dollar this financial year to date ($25,100 of donor campaigns for $169,200).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none raised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