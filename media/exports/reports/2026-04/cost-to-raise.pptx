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11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0"¢";[Red](0"¢")</c:formatCode>
                <c:ptCount val="19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0"¢";[Red](0"¢")</c:formatCode>
                <c:ptCount val="19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April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April · all fundraising: 11¢; Year to date (Jul to Apr 2026): 14¢. April cost 11¢ to raise each dollar, against 13¢ in March. This financial year to date it has cost 14¢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April · Grants: 11¢; Year to date (Jul to Apr 2026): 11¢. Grants cost 11¢ to raise each dollar this financial year to date ($71,000 of grant writing and reporting for $626,965).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April · Donations: 13¢; Year to date (Jul to Apr 2026): 15¢. Donations cost 15¢ to raise each dollar this financial year to date ($25,100 of donor campaigns for $169,200).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April · Fundraising events: –; Year to date (Jul to Apr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April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April cost 11¢ to raise each dollar, against 13¢ in March. This financial year to date it has cost 14¢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($71,000 of grant writing and reporting for $626,965).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($25,100 of donor campaigns for $169,200).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