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11</c:v>
                </c:pt>
                <c:pt idx="1">
                  <c:v>13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0"¢";[Red](0"¢")</c:formatCode>
                <c:ptCount val="19"/>
                <c:pt idx="0">
                  <c:v>21</c:v>
                </c:pt>
                <c:pt idx="1">
                  <c:v>19</c:v>
                </c:pt>
                <c:pt idx="2">
                  <c:v>22</c:v>
                </c:pt>
                <c:pt idx="3">
                  <c:v>12</c:v>
                </c:pt>
                <c:pt idx="4">
                  <c:v>11</c:v>
                </c:pt>
                <c:pt idx="5">
                  <c:v>12</c:v>
                </c:pt>
                <c:pt idx="6">
                  <c:v>11</c:v>
                </c:pt>
                <c:pt idx="7">
                  <c:v>11</c:v>
                </c:pt>
                <c:pt idx="8">
                  <c:v>13</c:v>
                </c:pt>
                <c:pt idx="9">
                  <c:v>13</c:v>
                </c:pt>
                <c:pt idx="10">
                  <c:v>12</c:v>
                </c:pt>
                <c:pt idx="11">
                  <c:v>21</c:v>
                </c:pt>
                <c:pt idx="12">
                  <c:v>11</c:v>
                </c:pt>
                <c:pt idx="13">
                  <c:v>11</c:v>
                </c:pt>
                <c:pt idx="14">
                  <c:v>14</c:v>
                </c:pt>
                <c:pt idx="15">
                  <c:v>13</c:v>
                </c:pt>
                <c:pt idx="16">
                  <c:v>13</c:v>
                </c:pt>
                <c:pt idx="17">
                  <c:v>13</c:v>
                </c:pt>
                <c:pt idx="18">
                  <c:v>11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raise a dollar?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April 2026.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2026: Locked. March 2026 is locked (closed 2 Apr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2026: Locked. April 2026 is locked (closed 5 May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Headline numbers · Source: All fundraising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501487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35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April · all fundraising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1357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11¢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135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13¢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645920"/>
            <a:ext cx="5501487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15887" y="1783080"/>
            <a:ext cx="5135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Year to date (Jul to Apr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2240280"/>
            <a:ext cx="51357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14¢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887" y="3017520"/>
            <a:ext cx="5135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Cost to raise a dollar, by source, April 2026 (cents) · Source: All fundraising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Source: All fundraising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April cost 11¢ to raise each dollar, against 13¢ in March. This financial year to date it has cost 14¢ a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The year-to-date figure is steadier than single months: events make some months jump. Pick a source above to see which one moves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Headline numbers · Source: Grants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501487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35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April · Grants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1357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11¢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135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13¢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645920"/>
            <a:ext cx="5501487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15887" y="1783080"/>
            <a:ext cx="5135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Year to date (Jul to Apr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2240280"/>
            <a:ext cx="51357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11¢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887" y="3017520"/>
            <a:ext cx="5135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Source: Grants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Grants cost 11¢ to raise each dollar this financial year to date ($71,000 of grant writing and reporting for $626,965).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Usually the cheapest money to raise, as long as the time that goes into applications and acquittals is protected.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Headline numbers · Source: Donations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501487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35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April · Donations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1357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13¢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135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13¢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645920"/>
            <a:ext cx="5501487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15887" y="1783080"/>
            <a:ext cx="5135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Year to date (Jul to Apr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2240280"/>
            <a:ext cx="51357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15¢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887" y="3017520"/>
            <a:ext cx="5135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Source: Donations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Donations cost 15¢ to raise each dollar this financial year to date ($25,100 of donor campaigns for $169,200).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Steady and cheap, and untied: the money that builds reserves.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Headline numbers · Source: Fundraising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501487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35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April · Fundraising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1357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135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none raised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645920"/>
            <a:ext cx="5501487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15887" y="1783080"/>
            <a:ext cx="5135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Year to date (Jul to Apr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2240280"/>
            <a:ext cx="51357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41¢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887" y="3017520"/>
            <a:ext cx="5135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Source: Fundraising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Fundraising events cost 41¢ to raise each dollar this financial year to date ($17,800 of event costs for $43,000).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Usually the dearest money to raise: events are worth counting for what else they bring too (new donors, profile).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Cost to raise a dollar, by month (cents) · Cents per $1 · Every source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Months with an event (the gala, the Christmas appeal) jump. A gap means nothing was raised that month.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