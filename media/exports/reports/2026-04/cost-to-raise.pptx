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April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March 2026: Locked. March 2026 is locked (closed 2 Apr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March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Apr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April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April cost 11¢ to raise each dollar, against 13¢ in March.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March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Apr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($71,000 of grant writing and reporting for $626,965).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March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Apr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($25,100 of donor campaigns for $169,200).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March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Apr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