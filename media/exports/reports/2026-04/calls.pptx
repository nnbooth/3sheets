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73</c:v>
                </c:pt>
                <c:pt idx="1">
                  <c:v>142</c:v>
                </c:pt>
                <c:pt idx="2">
                  <c:v>128</c:v>
                </c:pt>
                <c:pt idx="3">
                  <c:v>83</c:v>
                </c:pt>
                <c:pt idx="4">
                  <c:v>113</c:v>
                </c:pt>
                <c:pt idx="5">
                  <c:v>87</c:v>
                </c:pt>
                <c:pt idx="6">
                  <c:v>105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3.2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#,##0;[Red](#,##0)</c:formatCode>
                <c:ptCount val="19"/>
                <c:pt idx="0">
                  <c:v>685</c:v>
                </c:pt>
                <c:pt idx="1">
                  <c:v>633</c:v>
                </c:pt>
                <c:pt idx="2">
                  <c:v>684</c:v>
                </c:pt>
                <c:pt idx="3">
                  <c:v>690</c:v>
                </c:pt>
                <c:pt idx="4">
                  <c:v>664</c:v>
                </c:pt>
                <c:pt idx="5">
                  <c:v>685</c:v>
                </c:pt>
                <c:pt idx="6">
                  <c:v>629</c:v>
                </c:pt>
                <c:pt idx="7">
                  <c:v>724</c:v>
                </c:pt>
                <c:pt idx="8">
                  <c:v>820</c:v>
                </c:pt>
                <c:pt idx="9">
                  <c:v>909</c:v>
                </c:pt>
                <c:pt idx="10">
                  <c:v>826</c:v>
                </c:pt>
                <c:pt idx="11">
                  <c:v>756</c:v>
                </c:pt>
                <c:pt idx="12">
                  <c:v>770</c:v>
                </c:pt>
                <c:pt idx="13">
                  <c:v>746</c:v>
                </c:pt>
                <c:pt idx="14">
                  <c:v>776</c:v>
                </c:pt>
                <c:pt idx="15">
                  <c:v>726</c:v>
                </c:pt>
                <c:pt idx="16">
                  <c:v>678</c:v>
                </c:pt>
                <c:pt idx="17">
                  <c:v>865</c:v>
                </c:pt>
                <c:pt idx="18">
                  <c:v>731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April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April: 731; Answered while staffed, April: 82.6%; Calls outside staffed hours, April: 51.3%; Median wait when answered, April: 80 sec. 731 calls for help came in during April. While the line was staffed, 82.6% were answered (target 90.0%); 51.3% of all calls came outside staffed hours and went to voicemail. The busiest time was 5 to 8pm (142 calls). 142 calls came between 5 and 8pm, when no-one is on the line. 62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April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April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865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April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82.6%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April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51.3%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375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April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294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731 calls for help came in during April. While the line was staffed, 82.6% were answered (target 90.0%); 51.3% of all calls came outside staffed hours and went to voicemail. The busiest time was 5 to 8pm (142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142 calls came between 5 and 8pm, when no-one is on the line. 62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