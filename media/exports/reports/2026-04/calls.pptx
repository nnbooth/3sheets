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84</c:v>
                </c:pt>
                <c:pt idx="1">
                  <c:v>165</c:v>
                </c:pt>
                <c:pt idx="2">
                  <c:v>122</c:v>
                </c:pt>
                <c:pt idx="3">
                  <c:v>82</c:v>
                </c:pt>
                <c:pt idx="4">
                  <c:v>108</c:v>
                </c:pt>
                <c:pt idx="5">
                  <c:v>75</c:v>
                </c:pt>
                <c:pt idx="6">
                  <c:v>115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9.74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#,##0;[Red](#,##0)</c:formatCode>
                <c:ptCount val="19"/>
                <c:pt idx="0">
                  <c:v>659</c:v>
                </c:pt>
                <c:pt idx="1">
                  <c:v>655</c:v>
                </c:pt>
                <c:pt idx="2">
                  <c:v>685</c:v>
                </c:pt>
                <c:pt idx="3">
                  <c:v>714</c:v>
                </c:pt>
                <c:pt idx="4">
                  <c:v>683</c:v>
                </c:pt>
                <c:pt idx="5">
                  <c:v>725</c:v>
                </c:pt>
                <c:pt idx="6">
                  <c:v>620</c:v>
                </c:pt>
                <c:pt idx="7">
                  <c:v>754</c:v>
                </c:pt>
                <c:pt idx="8">
                  <c:v>783</c:v>
                </c:pt>
                <c:pt idx="9">
                  <c:v>871</c:v>
                </c:pt>
                <c:pt idx="10">
                  <c:v>852</c:v>
                </c:pt>
                <c:pt idx="11">
                  <c:v>781</c:v>
                </c:pt>
                <c:pt idx="12">
                  <c:v>792</c:v>
                </c:pt>
                <c:pt idx="13">
                  <c:v>675</c:v>
                </c:pt>
                <c:pt idx="14">
                  <c:v>725</c:v>
                </c:pt>
                <c:pt idx="15">
                  <c:v>756</c:v>
                </c:pt>
                <c:pt idx="16">
                  <c:v>763</c:v>
                </c:pt>
                <c:pt idx="17">
                  <c:v>774</c:v>
                </c:pt>
                <c:pt idx="18">
                  <c:v>751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April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April: 751; Answered while staffed, April: 82.9%; Calls outside staffed hours, April: 55.5%; Median wait when answered, April: 79 sec. 751 calls for help came in during April. While the line was staffed, 82.9% were answered (target 90.0%); 55.5% of all calls came outside staffed hours and went to voicemail. The busiest time was 5 to 8pm (165 calls). 165 calls came between 5 and 8pm, when no-one is on the line. 57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774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82.9%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April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55.5%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417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April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79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277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751 calls for help came in during April. While the line was staffed, 82.9% were answered (target 90.0%); 55.5% of all calls came outside staffed hours and went to voicemail. The busiest time was 5 to 8pm (165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165 calls came between 5 and 8pm, when no-one is on the line. 57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