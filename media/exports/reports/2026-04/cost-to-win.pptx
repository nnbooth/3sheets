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April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April 2026: $240; April last year: $280; Year to date (Jul to Apr 2026): $228. 35 new customers came from $8,400 of marketing in April, against 37 from $8,400 in March: $240 each, up from $227.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$227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35 new customers came from $8,400 of marketing in April, against 37 from $8,400 in March: $240 each, up from $227.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