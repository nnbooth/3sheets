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11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  <c:pt idx="13">
                  <c:v>88864</c:v>
                </c:pt>
                <c:pt idx="14">
                  <c:v>101093</c:v>
                </c:pt>
                <c:pt idx="15">
                  <c:v>72885</c:v>
                </c:pt>
                <c:pt idx="16">
                  <c:v>72159</c:v>
                </c:pt>
                <c:pt idx="17">
                  <c:v>70306</c:v>
                </c:pt>
                <c:pt idx="18">
                  <c:v>83329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  <c:pt idx="13">
                  <c:v>78664</c:v>
                </c:pt>
                <c:pt idx="14">
                  <c:v>86993</c:v>
                </c:pt>
                <c:pt idx="15">
                  <c:v>63585</c:v>
                </c:pt>
                <c:pt idx="16">
                  <c:v>62859</c:v>
                </c:pt>
                <c:pt idx="17">
                  <c:v>61006</c:v>
                </c:pt>
                <c:pt idx="18">
                  <c:v>74029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April 2026.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March 2026: Locked. March 2026 is locked (closed 2 Apr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April 2026: Locked. April 2026 is locked (closed 5 May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raise a dollar, by source, April 2026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In April it cost: Grants 11¢, donations 13¢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Cheapest to raise in April: grants (11¢ a dollar). Dearest: donations (13¢).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Grants: $626,965 raised this financial year to date (74.7% of everything raised), $71,000 to raise it, so $555,965 left for programs: 11¢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Donations: $169,200 raised this financial year to date (20.2% of everything raised), $25,100 to raise it, so $144,100 left for programs: 15¢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Fundraising events: $43,000 raised this financial year to date (5.1% of everything raised), $17,800 to raise it, so $25,200 left for programs: 41¢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Financial year to date (Jul to Apr 2026),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/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$626,965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$71,000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$555,965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$169,200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$25,100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$144,100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