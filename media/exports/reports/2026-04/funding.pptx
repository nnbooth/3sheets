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11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April 2026. In short: Grants cost 11¢ to raise each dollar in April;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April it cost: Grants 11¢, donations 13¢ to raise each dollar. Cheapest to raise in April: grants (11¢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$626,965 raised this financial year to date (74.7% of everything raised), $71,000 to raise it, so $555,965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$169,200 raised this financial year to date (20.2% of everything raised), $25,100 to raise it, so $144,100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(5.1%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11¢; Dearest to raise: Donations 13¢; Raised, year to date $839,165.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Apr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Grants cost 11¢ to raise each dollar in April;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April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April it cost: Grants 11¢,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April: grants (11¢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$626,965 raised this financial year to date (74.7% of everything raised), $71,000 to raise it, so $555,965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$169,200 raised this financial year to date (20.2% of everything raised), $25,100 to raise it, so $144,100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(5.1%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April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April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$839,165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Apr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Apr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$626,965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$555,965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$169,200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