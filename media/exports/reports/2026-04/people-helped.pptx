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7D8790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Housing support</c:v>
                </c:pt>
                <c:pt idx="1">
                  <c:v>Youth outreach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Community meals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85.6</c:v>
                </c:pt>
                <c:pt idx="1">
                  <c:v>86.0</c:v>
                </c:pt>
                <c:pt idx="2">
                  <c:v>87.9</c:v>
                </c:pt>
                <c:pt idx="3">
                  <c:v>88.3</c:v>
                </c:pt>
                <c:pt idx="4">
                  <c:v>90.8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4.41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#,##0;[Red](#,##0)</c:formatCode>
                <c:ptCount val="19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  <c:pt idx="14">
                  <c:v>521</c:v>
                </c:pt>
                <c:pt idx="15">
                  <c:v>427</c:v>
                </c:pt>
                <c:pt idx="16">
                  <c:v>396</c:v>
                </c:pt>
                <c:pt idx="17">
                  <c:v>412</c:v>
                </c:pt>
                <c:pt idx="18">
                  <c:v>491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Sample Community Services Ltd. Period: April 2026.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People helped, April: 491; Couldn't reach, April: 66; Share reached, April: 88.2%. 491 people were helped in April, and 66 came to a program but couldn't be helped: 88.2% reached (target 90.0%), against 87.1% in March. Housing support reached the smallest share: 85.6% (13 couldn't be helped). The main reason: program at capacity (24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April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April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April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412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April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61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April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88.2%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5770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477956" y="2620868"/>
            <a:ext cx="0" cy="2267834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380676" y="488870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440680"/>
            <a:ext cx="5501487" cy="914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491 people were helped in April, and 66 came to a program but couldn't be helped: 88.2% reached (target 90.0%), against 87.1% in March.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440680"/>
            <a:ext cx="5501487" cy="914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reached the smallest share: 85.6% (13 couldn't be helped). The main reason: program at capacity (24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April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