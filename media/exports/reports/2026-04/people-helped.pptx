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7D8790"/>
              </a:solidFill>
            </c:spPr>
          </c:dPt>
          <c:dPt>
            <c:idx val="4"/>
            <c:spPr>
              <a:solidFill>
                <a:srgbClr val="7D8790"/>
              </a:solidFill>
            </c:spPr>
          </c:dPt>
          <c:cat>
            <c:strRef>
              <c:f>Sheet1!$A$2:$A$6</c:f>
              <c:strCache>
                <c:ptCount val="5"/>
                <c:pt idx="0">
                  <c:v>Community meals</c:v>
                </c:pt>
                <c:pt idx="1">
                  <c:v>Mental health first aid</c:v>
                </c:pt>
                <c:pt idx="2">
                  <c:v>Housing support</c:v>
                </c:pt>
                <c:pt idx="3">
                  <c:v>Digital literacy</c:v>
                </c:pt>
                <c:pt idx="4">
                  <c:v>Youth outreach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80.8</c:v>
                </c:pt>
                <c:pt idx="1">
                  <c:v>82.9</c:v>
                </c:pt>
                <c:pt idx="2">
                  <c:v>84.6</c:v>
                </c:pt>
                <c:pt idx="3">
                  <c:v>85.3</c:v>
                </c:pt>
                <c:pt idx="4">
                  <c:v>89.5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4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#,##0;[Red](#,##0)</c:formatCode>
                <c:ptCount val="19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  <c:pt idx="15">
                  <c:v>427</c:v>
                </c:pt>
                <c:pt idx="16">
                  <c:v>396</c:v>
                </c:pt>
                <c:pt idx="17">
                  <c:v>412</c:v>
                </c:pt>
                <c:pt idx="18">
                  <c:v>491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Sample Community Services Ltd. Period: April 2026.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People helped, April: 491; Couldn't reach, April: 93; Share reached, April: 84.1%. 491 people were helped in April, and 93 came to a program but couldn't be helped: 84.1% reached (target 90.0%), against 85.7% in March. Community meals reached the smallest share: 80.8% (42 couldn't be helped). The main reason: program at capacity (34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April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April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412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April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April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84.1%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5770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528067" y="2620868"/>
            <a:ext cx="0" cy="2267834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30787" y="488870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0680"/>
            <a:ext cx="5501487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491 people were helped in April, and 93 came to a program but couldn't be helped: 84.1% reached (target 90.0%), against 85.7% in March.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440680"/>
            <a:ext cx="5501487" cy="914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reached the smallest share: 80.8% (42 couldn't be helped). The main reason: program at capacity (34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April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