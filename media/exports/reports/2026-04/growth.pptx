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  <c:pt idx="15">
                  <c:v>164780</c:v>
                </c:pt>
                <c:pt idx="16">
                  <c:v>196372</c:v>
                </c:pt>
                <c:pt idx="17">
                  <c:v>191500</c:v>
                </c:pt>
                <c:pt idx="18">
                  <c:v>164987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35800</c:v>
                </c:pt>
                <c:pt idx="16">
                  <c:v>37500</c:v>
                </c:pt>
                <c:pt idx="17">
                  <c:v>37500</c:v>
                </c:pt>
                <c:pt idx="18">
                  <c:v>37500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  <c:pt idx="15">
                  <c:v>97500</c:v>
                </c:pt>
                <c:pt idx="16">
                  <c:v>129300</c:v>
                </c:pt>
                <c:pt idx="17">
                  <c:v>129400</c:v>
                </c:pt>
                <c:pt idx="18">
                  <c:v>104400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  <c:pt idx="15">
                  <c:v>31480</c:v>
                </c:pt>
                <c:pt idx="16">
                  <c:v>29572</c:v>
                </c:pt>
                <c:pt idx="17">
                  <c:v>24600</c:v>
                </c:pt>
                <c:pt idx="18">
                  <c:v>23087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  <c:pt idx="18">
                  <c:v>80590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  <c:pt idx="18">
                  <c:v>47090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  <c:pt idx="18">
                  <c:v>28300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3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  <c:pt idx="18">
                  <c:v>5200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SME sample businesses. 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April against April last year: 32.3%; Year to date (Jul to Apr 2026): $1,610,581; Gross margin, year to date: 37.6%. Revenue is $1,610,581 this financial year to date (Jul to Apr 2026). Maintenance contracts make the highest gross margin (59.5%); Installations the lowest (28.4%). The business needs 39.8% gross margin just to cover overheads. Installations: 28.4% gross margin, 6.6 points under the 35.0% target: about $66,763 on $1,011,500 of revenue this financial year to date. It's below the 39.8% needed to cover overheads, too. Maintenance contracts: 59.5% gross margin, 24.5 points over the 35.0% target ($87,069 ahead on $355,300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April against April last year: 34.3%; Year to date (Jul to Apr 2026): $355,300; Gross margin, year to date: 59.5%. Maintenance contracts brought in $355,300 this financial year to date, at a 59.5% gross margin (above the 37.6% overall). Maintenance contracts: 59.5% gross margin, 24.5 points over the 35.0% target ($87,069 ahead on $355,300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April against April last year: 39.4%; Year to date (Jul to Apr 2026): $1,011,500; Gross margin, year to date: 28.4%. Installations brought in $1,011,500 this financial year to date, at a 28.4% gross margin (below the 37.6% overall). Installations: 28.4% gross margin, 6.6 points under the 35.0% target: about $66,763 on $1,011,500 of revenue this financial year to date. It's below the 39.8%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April against April last year: 5.5%; Year to date (Jul to Apr 2026): $243,781; Gross margin, year to date: 43.7%. Call-outs and repairs brought in $243,781 this financial year to date, at a 43.7% gross margin (above the 37.6% overall). Call-outs and repairs: 43.7% gross margin, 8.7 points over the 35.0% target ($21,176 ahead on $243,781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Apr 2026) against the same period last year · Trades. Same period last year: Not available: the data starts October 2024. From gross margin to profit: April's jobs made $68,843 gross margin (41.7%). Technician time not charged to jobs took $6,456 and overheads $59,290, leaving $3,097 profit before tax (1.9% of revenue). To cover overheads, jobs need a 39.8%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April against April last year: 26.0%; Year to date (Jul to Apr 2026): $814,830; Gross margin, year to date: 64.0%. Revenue is $814,830 this financial year to date (Jul to Apr 2026). Training makes the highest gross margin (74.6%); Projects the lowest (61.6%). The business needs 88.6% gross margin just to cover overheads. Projects: 61.6% gross margin, 21.6 points over the 40.0% target ($109,938 ahead on $509,230 this financial year to date). Training: 74.6% gross margin, 34.6 points over the 40.0% target ($24,420 ahead on $70,600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April against April last year: 25.3%; Year to date (Jul to Apr 2026): $509,230; Gross margin, year to date: 61.6%. Projects brought in $509,230 this financial year to date, at a 61.6% gross margin (below the 64.0% overall). Projects: 61.6% gross margin, 21.6 points over the 40.0% target ($109,938 ahead on $509,230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April against April last year: 29.8%; Year to date (Jul to Apr 2026): $235,000; Gross margin, year to date: 66.0%. Retainers brought in $235,000 this financial year to date, at a 66.0% gross margin (above the 64.0% overall). Retainers: 66.0% gross margin, 26.0 points over the 40.0% target ($61,200 ahead on $235,000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April against April last year: 13.0%; Year to date (Jul to Apr 2026): $70,600; Gross margin, year to date: 74.6%. Training brought in $70,600 this financial year to date, at a 74.6% gross margin (above the 64.0% overall). Training: 74.6% gross margin, 34.6 points over the 40.0% target ($24,420 ahead on $70,600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Apr 2026) against the same period last year · Services. Same period last year: Not available: the data starts October 2024. From gross margin to profit: April's client work made $52,730 gross margin (65.4%). Consultant time not charged to client work took $19,740 and overheads $51,660, leaving ($18,670) profit before tax ((23.2%) of revenue). To cover overheads, client work needs a 88.6%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SME sample businesses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32.3%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$164,987 against $124,705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$1,610,581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$605,185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$1,610,581 this financial year to date (Jul to Apr 2026). Maintenance contracts make the highest gross margin (59.5%); Installations the lowest (28.4%). The business needs 39.8%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28.4% gross margin, 6.6 points under the 35.0% target: about $66,763 on $1,011,500 of revenue this financial year to date. It's below the 39.8% needed to cover overheads, too. Maintenance contracts: 59.5% gross margin, 24.5 points over the 35.0% target ($87,069 ahead on $355,300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$37,500 against $27,930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$355,300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$211,424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$355,300 this financial year to date, at a 59.5% gross margin (above the 37.6%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($87,069 ahead on $355,300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$104,400 against $74,900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$1,011,500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$287,262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$1,011,500 this financial year to date, at a 28.4% gross margin (below the 37.6%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28.4% gross margin, 6.6 points under the 35.0% target: about $66,763 on $1,011,500 of revenue this financial year to date. It's below the 39.8%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$23,087 against $21,875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$243,781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$106,499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$243,781 this financial year to date, at a 43.7% gross margin (above the 37.6%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43.7% gross margin, 8.7 points over the 35.0% target ($21,176 ahead on $243,781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Apr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April's jobs made $68,843 gross margin (41.7%). Technician time not charged to jobs took $6,456 and overheads $59,290, leaving $3,097 profit before tax (1.9% of revenue). To cover overheads, jobs need a 39.8%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$355,300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$1,011,500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$287,262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$243,781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$106,499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$1,610,581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$605,185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$80,590 against $63,970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$814,830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$521,490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$814,830 this financial year to date (Jul to Apr 2026). Training makes the highest gross margin (74.6%); Projects the lowest (61.6%). The business needs 88.6%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61.6% gross margin, 21.6 points over the 40.0% target ($109,938 ahead on $509,230 this financial year to date). Training: 74.6% gross margin, 34.6 points over the 40.0% target ($24,420 ahead on $70,600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$47,090 against $37,570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$509,230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$313,630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$509,230 this financial year to date, at a 61.6% gross margin (below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61.6% gross margin, 21.6 points over the 40.0% target ($109,938 ahead on $509,230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$28,300 against $21,800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66.0%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$155,200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$235,000 this financial year to date, at a 66.0%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66.0% gross margin, 26.0 points over the 40.0% target ($61,200 ahead on $235,000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$5,200 against $4,600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$70,600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$52,660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$70,600 this financial year to date, at a 74.6%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74.6% gross margin, 34.6 points over the 40.0% target ($24,420 ahead on $70,600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Apr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April's client work made $52,730 gross margin (65.4%). Consultant time not charged to client work took $19,740 and overheads $51,660, leaving ($18,670) profit before tax ((23.2%) of revenue). To cover overheads, client work needs a 88.6%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$509,230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$313,630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$70,600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$52,660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$814,830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$521,490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64.0%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