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34.9</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36384</c:v>
                </c:pt>
                <c:pt idx="1">
                  <c:v>10117</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0.0"%";[Red](0.0"%")</c:formatCode>
                <c:ptCount val="3"/>
                <c:pt idx="0">
                  <c:v>29.5</c:v>
                </c:pt>
                <c:pt idx="1">
                  <c:v>35.0</c:v>
                </c:pt>
                <c:pt idx="2">
                  <c:v>39.8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$#,##0;[Red]($#,##0);"-"</c:formatCode>
                <c:ptCount val="3"/>
                <c:pt idx="0">
                  <c:v>11224</c:v>
                </c:pt>
                <c:pt idx="1">
                  <c:v>9126</c:v>
                </c:pt>
                <c:pt idx="2">
                  <c:v>16034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0.0"%";[Red](0.0"%")</c:formatCode>
                <c:ptCount val="6"/>
                <c:pt idx="0">
                  <c:v>38.7</c:v>
                </c:pt>
                <c:pt idx="1">
                  <c:v>38.7</c:v>
                </c:pt>
                <c:pt idx="2">
                  <c:v>42.0</c:v>
                </c:pt>
                <c:pt idx="3">
                  <c:v>44.4</c:v>
                </c:pt>
                <c:pt idx="4">
                  <c:v>46.2</c:v>
                </c:pt>
                <c:pt idx="5">
                  <c:v>46.7</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$#,##0;[Red]($#,##0);"-"</c:formatCode>
                <c:ptCount val="6"/>
                <c:pt idx="0">
                  <c:v>431</c:v>
                </c:pt>
                <c:pt idx="1">
                  <c:v>974</c:v>
                </c:pt>
                <c:pt idx="2">
                  <c:v>2316</c:v>
                </c:pt>
                <c:pt idx="3">
                  <c:v>1808</c:v>
                </c:pt>
                <c:pt idx="4">
                  <c:v>2782</c:v>
                </c:pt>
                <c:pt idx="5">
                  <c:v>1806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April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April 2026: Locked. April 2026 is locked (closed 5 May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April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$68,843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$48,144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$6,456</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$62,387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$59,290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$3,097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$164,987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41.7%</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35.6%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April maintenance contracts made a 59.6% job gross margin, installations made a 34.9% job gross margin, call-outs and repairs made a 43.8% job gross margin (technician time at $68 an hour, wages and all on-costs). Jobs need 39.8%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Installations: 34.9%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59.6%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18.4 points clear of the 39.8%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34.9%</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27.1%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2 of the 3 installation jobs invoiced in April made less than the 35.0% job gross margin target. The Logan Central school switchboard upgrade made a 29.5% job gross margin: 132.0 h of technician time ($8,976) and $3,800 of subcontractors on a $38,000 job. Jobs need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39.8% overheads need: Kedron warehouse data cabling (39.8%), Rocklea warehouse EV chargers (35.0%), Logan Central school switchboard upgrade (29.5%). Most profitable: Kedron warehouse data cabling (39.8%).</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April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March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April</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$15,950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69.1%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April</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$7,137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$5,490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45 call-outs in April billed $15,950 of technician time and $7,137 of materials ($5,490 at cost plus 30%), and made a 43.8% job gross margin between them. Gross margins run from 38.7% to 46.7%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43.8% gross margin, 4.0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