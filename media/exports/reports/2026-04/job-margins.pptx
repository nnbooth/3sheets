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34.9</c:v>
                </c:pt>
                <c:pt idx="1">
                  <c:v>43.8</c:v>
                </c:pt>
                <c:pt idx="2">
                  <c:v>59.6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53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  <c:pt idx="12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Logan Central school switchboard upgrade</c:v>
                </c:pt>
                <c:pt idx="1">
                  <c:v>Rocklea warehouse EV chargers</c:v>
                </c:pt>
                <c:pt idx="2">
                  <c:v>Kedron warehouse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29.5</c:v>
                </c:pt>
                <c:pt idx="1">
                  <c:v>35.0</c:v>
                </c:pt>
                <c:pt idx="2">
                  <c:v>39.8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76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(4)</c:v>
                </c:pt>
                <c:pt idx="1">
                  <c:v>1.5-hour call-outs (6)</c:v>
                </c:pt>
                <c:pt idx="2">
                  <c:v>2-hour call-outs (12)</c:v>
                </c:pt>
                <c:pt idx="3">
                  <c:v>2.5-hour call-outs (8)</c:v>
                </c:pt>
                <c:pt idx="4">
                  <c:v>4-hour call-outs (8)</c:v>
                </c:pt>
                <c:pt idx="5">
                  <c:v>3-hour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38.7</c:v>
                </c:pt>
                <c:pt idx="1">
                  <c:v>38.7</c:v>
                </c:pt>
                <c:pt idx="2">
                  <c:v>42.0</c:v>
                </c:pt>
                <c:pt idx="3">
                  <c:v>44.4</c:v>
                </c:pt>
                <c:pt idx="4">
                  <c:v>46.2</c:v>
                </c:pt>
                <c:pt idx="5">
                  <c:v>46.7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70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  <c:pt idx="16">
                  <c:v>38.6</c:v>
                </c:pt>
                <c:pt idx="17">
                  <c:v>35.6</c:v>
                </c:pt>
                <c:pt idx="18">
                  <c:v>41.7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April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April's jobs made $68,843 gross margin (41.7%). Technician time not charged to jobs took $6,456 and overheads $59,290, leaving $3,097 profit before tax (1.9%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April · All jobs: 41.7%; Job gross margin, March · All jobs: 35.6%; Gross margin jobs need to break even: 39.8%. In April maintenance contracts made a 59.6% job gross margin, installations made a 34.9% job gross margin, call-outs and repairs made a 43.8% job gross margin (technician time at $68 an hour, wages and all on-costs). Jobs need 39.8% just to cover overheads. Installations: 34.9% gross margin, 0.1 points under the 35.0% target: about $156 on $104,400 of revenue in April. It's below the 39.8% needed to cover overheads, too. Maintenance contracts: 59.6% gross margin, 24.6 points over the 35.0% target ($9,217 ahead on $37,500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April · Maintenance contracts: 59.6%; Job gross margin, March · Maintenance contracts: 59.6%; Gross margin jobs need to break even: 39.8%. All 13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April). All maintenance contracts: 59.6% gross margin, 24.6 points over the 35.0% target ($9,217 ahead on $37,500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April 2026. The month's fee less materials and technician time at $68/hour. Target 35.0% is what to price for; break-even 39.8%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April · Installations: 34.9%; Job gross margin, March · Installations: 27.1%; Gross margin jobs need to break even: 39.8%. 2 of the 3 installation jobs invoiced in April made less than the 35.0% job gross margin target. The Logan Central school switchboard upgrade made a 29.5% job gross margin: 132.0 h of technician time ($8,976) and $3,800 of subcontractors on a $38,000 job. Jobs need 39.8% gross margin just to cover overheads. 2 installations under the 35.0% target, worth about $2,085 between them on $64,100 of revenue. The biggest gap, Logan Central school switchboard upgrade: 29.5% gross margin, 5.5 points under the 35.0% target: about $2,076 on $38,000 of revenue in April. It's below the 39.8%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April · Call-outs and repairs: 43.8%; Job gross margin, March · Call-outs and repairs: 43.5%; Gross margin jobs need to break even: 39.8%; Technician time charged, April: $15,950; Materials charged, April: $7,137. 45 call-outs in April billed $15,950 of technician time and $7,137 of materials ($5,490 at cost plus 30%), and made a 43.8% job gross margin between them. Gross margins run from 38.7% to 46.7% by length: the hourly rate covers technician time comfortably, so the gross margin mostly moves with how much material goes on the van. All call-outs: 43.8% gross margin, 8.8 points over the 35.0% target ($2,037 ahead on $23,087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April's jobs made $68,843 gross margin (41.7%). Technician time not charged to jobs took $6,456 and overheads $59,290, leaving $3,097 profit before tax (1.9%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$6,456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$3,097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$164,987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April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046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318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38536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41256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maintenance contracts made a 59.6% job gross margin, installations made a 34.9% job gross margin, call-outs and repairs made a 43.8% job gross margin (technician time at $68 an hour, wages and all on-costs). Jobs need 39.8%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34.9% gross margin, 0.1 points under the 35.0% target: about $156 on $104,400 of revenue in April. It's below the 39.8% needed to cover overheads, too. Maintenance contracts: 59.6% gross margin, 24.6 points over the 35.0% target ($9,217 ahead on $37,500 in April).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April). All maintenance contracts: 59.6% gross margin, 24.6 points over the 35.0% target ($9,217 ahead on $37,500 in April).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79771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82491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27.1%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42116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44836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3 installation jobs invoiced in April made less than the 35.0% job gross margin target. The Logan Central school switchboard upgrade made a 29.5% job gross margin: 132.0 h of technician time ($8,976) and $3,800 of subcontractors on a $38,000 job. Jobs need 39.8%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$2,085 between them on $64,100 of revenue. The biggest gap, Logan Central school switchboard upgrade: 29.5% gross margin, 5.5 points under the 35.0% target: about $2,076 on $38,000 of revenue in April. It's below the 39.8%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April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69.1%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April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$7,137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$5,490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103103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05823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770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59042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call-outs in April billed $15,950 of technician time and $7,137 of materials ($5,490 at cost plus 30%), and made a 43.8% job gross margin between them. Gross margins run from 38.7% to 46.7%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43.8% gross margin, 8.8 points over the 35.0% target ($2,037 ahead on $23,087 in April).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