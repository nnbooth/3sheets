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Youth outreach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88.4</c:v>
                </c:pt>
                <c:pt idx="1">
                  <c:v>89.1</c:v>
                </c:pt>
                <c:pt idx="2">
                  <c:v>90.4</c:v>
                </c:pt>
                <c:pt idx="3">
                  <c:v>91.9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6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January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January: 427; Couldn't reach, January: 49; Share reached, January: 89.7%. 427 people were helped in January, and 49 came to a program but couldn't be helped: 89.7% reached (target 90.0%), against 92.4% in December. Community meals reached the smallest share: 88.4% (22 couldn't be helped). The main reason: program at capacity (20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January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521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43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89.7%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10476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13196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427 people were helped in January, and 49 came to a program but couldn't be helped: 89.7% reached (target 90.0%), against 92.4% in December.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88.4% (22 couldn't be helped). The main reason: program at capacity (20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