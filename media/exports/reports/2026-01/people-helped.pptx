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84.0</c:v>
                </c:pt>
                <c:pt idx="1">
                  <c:v>85.7</c:v>
                </c:pt>
                <c:pt idx="2">
                  <c:v>87.5</c:v>
                </c:pt>
                <c:pt idx="3">
                  <c:v>92.2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6.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January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January: 427; Couldn't reach, January: 69; Share reached, January: 86.1%. 427 people were helped in January, and 69 came to a program but couldn't be helped: 86.1% reached (target 90.0%), against 90.5% in December. Community meals reached the smallest share: 84.0% (32 couldn't be helped). The main reason: program at capacity (26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January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392353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95073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427 people were helped in January, and 69 came to a program but couldn't be helped: 86.1% reached (target 90.0%), against 90.5% in December.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84.0% (32 couldn't be helped). The main reason: program at capacity (26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