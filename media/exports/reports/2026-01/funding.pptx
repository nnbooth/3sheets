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12</c:v>
                </c:pt>
                <c:pt idx="1">
                  <c:v>17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41900</c:v>
                </c:pt>
                <c:pt idx="1">
                  <c:v>49500</c:v>
                </c:pt>
                <c:pt idx="2">
                  <c:v>60600</c:v>
                </c:pt>
                <c:pt idx="3">
                  <c:v>75100</c:v>
                </c:pt>
                <c:pt idx="4">
                  <c:v>77300</c:v>
                </c:pt>
                <c:pt idx="5">
                  <c:v>70200</c:v>
                </c:pt>
                <c:pt idx="6">
                  <c:v>77200</c:v>
                </c:pt>
                <c:pt idx="7">
                  <c:v>77500</c:v>
                </c:pt>
                <c:pt idx="8">
                  <c:v>90300</c:v>
                </c:pt>
                <c:pt idx="9">
                  <c:v>72563</c:v>
                </c:pt>
                <c:pt idx="10">
                  <c:v>77544</c:v>
                </c:pt>
                <c:pt idx="11">
                  <c:v>115037</c:v>
                </c:pt>
                <c:pt idx="12">
                  <c:v>85385</c:v>
                </c:pt>
                <c:pt idx="13">
                  <c:v>88864</c:v>
                </c:pt>
                <c:pt idx="14">
                  <c:v>101093</c:v>
                </c:pt>
                <c:pt idx="15">
                  <c:v>72885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33200</c:v>
                </c:pt>
                <c:pt idx="1">
                  <c:v>39900</c:v>
                </c:pt>
                <c:pt idx="2">
                  <c:v>47100</c:v>
                </c:pt>
                <c:pt idx="3">
                  <c:v>66400</c:v>
                </c:pt>
                <c:pt idx="4">
                  <c:v>68600</c:v>
                </c:pt>
                <c:pt idx="5">
                  <c:v>61500</c:v>
                </c:pt>
                <c:pt idx="6">
                  <c:v>68500</c:v>
                </c:pt>
                <c:pt idx="7">
                  <c:v>68800</c:v>
                </c:pt>
                <c:pt idx="8">
                  <c:v>78300</c:v>
                </c:pt>
                <c:pt idx="9">
                  <c:v>63263</c:v>
                </c:pt>
                <c:pt idx="10">
                  <c:v>68244</c:v>
                </c:pt>
                <c:pt idx="11">
                  <c:v>90537</c:v>
                </c:pt>
                <c:pt idx="12">
                  <c:v>76085</c:v>
                </c:pt>
                <c:pt idx="13">
                  <c:v>78664</c:v>
                </c:pt>
                <c:pt idx="14">
                  <c:v>86993</c:v>
                </c:pt>
                <c:pt idx="15">
                  <c:v>63585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raise a dollar, by source, January 2026 (cents) · Source: All sources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All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In January it cost: Grants 12¢, donations 17¢ to raise each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Cheapest to raise in January: grants (12¢ a dollar). Dearest: donations (17¢). Events are worth counting for what else they bring too (new donors, profile).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Grants: $450,671 raised this financial year to date (73.5% of everything raised), $49,700 to raise it, so $400,971 left for programs: 11¢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Donations: $119,700 raised this financial year to date (19.5% of everything raised), $18,500 to raise it, so $101,200 left for programs: 15¢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Fundraising events: $43,000 raised this financial year to date (7.0% of everything raised), $17,800 to raise it, so $25,200 left for programs: 41¢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 · Every source at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12¢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per $1 raised in January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7738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90618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17¢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per $1 raised in January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341156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$613,371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 to Jan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Jan 2026), by source · Every source at once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$450,671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$49,700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$400,971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$119,700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$101,200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Raised and left after costs, by month · Raised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Raised and left after costs, by month · Left after costs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