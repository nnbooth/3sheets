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January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January it cost: Grants 12¢, donations 17¢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January: grants (12¢ a dollar). Dearest: donations (17¢).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$450,671 raised this financial year to date (73.5% of everything raised), $49,700 to raise it, so $400,971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$119,700 raised this financial year to date (19.5% of everything raised), $18,500 to raise it, so $101,200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(7.0%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Jan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$450,671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$400,971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