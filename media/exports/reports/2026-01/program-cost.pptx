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$#,##0;[Red]($#,##0);"-"</c:formatCode>
                <c:ptCount val="4"/>
                <c:pt idx="0">
                  <c:v>6943</c:v>
                </c:pt>
                <c:pt idx="1">
                  <c:v>8305</c:v>
                </c:pt>
                <c:pt idx="2">
                  <c:v>39701</c:v>
                </c:pt>
                <c:pt idx="3">
                  <c:v>57236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821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January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$57,236 in January once its share of untied program costs and administration is added to $30,502 of grant spending. Shared costs add 87.6%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$57,236 in full in January: $30,502 paid by the State Housing Program grant, and $26,734 of shared costs no grant covers. It has spent 101.7% of its budget to date, with $329,498 left and 11 months to go. The full cost is $57,236 a month; $26,734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$39,701 in full in January: $21,157 paid by the State Department of Families grant, and $18,544 of shared costs no grant covers. It has spent 99.6% of its budget to date, with $340,523 left and 17 months to go. The full cost is $39,701 a month; $18,544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$8,305 in full in January: $4,426 paid by the Philanthropic foundation grant, and $3,879 of shared costs no grant covers. It has spent 97.0% of its budget to date, with $70,608 left and 14 months to go. The full cost is $8,305 a month; $3,879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$6,943 in full in January: $3,700 paid by the Local council community grant grant, and $3,243 of shared costs no grant covers. It has spent 96.2% of its budget to date, with $19,300 left and 5 months to go. The full cost is $6,943 a month; $3,243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January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637788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$57,236 in January once its share of untied program costs and administration is added to $30,502 of grant spending. Shared costs add 87.6%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637788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$57,236 in full in January: $30,502 paid by the State Housing Program grant, and $26,734 of shared costs no grant covers. It has spent 101.7% of its budget to date, with $329,498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$57,236 a month; $26,734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$39,701 in full in January: $21,157 paid by the State Department of Families grant, and $18,544 of shared costs no grant covers. It has spent 99.6% of its budget to date, with $340,523 left and 17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$39,701 a month; $18,544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$8,305 in full in January: $4,426 paid by the Philanthropic foundation grant, and $3,879 of shared costs no grant covers. It has spent 97.0% of its budget to date, with $70,608 left and 14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$8,305 a month; $3,879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$6,943 in full in January: $3,700 paid by the Local council community grant grant, and $3,243 of shared costs no grant covers. It has spent 96.2% of its budget to date, with $19,300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$6,943 a month; $3,243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