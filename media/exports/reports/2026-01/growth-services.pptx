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  <c:pt idx="15">
                  <c:v>92370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  <c:pt idx="15">
                  <c:v>60170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  <c:pt idx="15">
                  <c:v>3900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January against January last year: 4.7%; Year to date (Jul to Jan 2026): $524,320; Gross margin, year to date: 64.1%. Revenue is $524,320 this financial year to date (Jul to Jan 2026). Training makes the highest gross margin (75.7%); Projects the lowest (61.3%). The business needs 64.6% gross margin just to cover overheads. Projects: 61.3% gross margin, 21.3 points over the 40.0% target ($69,112 ahead on $324,020 this financial year to date). Training: 75.7% gross margin, 35.7 points over the 40.0% target ($17,940 ahead on $50,200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January against January last year: (10.0%); Year to date (Jul to Jan 2026): $324,020; Gross margin, year to date: 61.3%. Projects brought in $324,020 this financial year to date, at a 61.3% gross margin (below the 64.1% overall). Projects: 61.3% gross margin, 21.3 points over the 40.0% target ($69,112 ahead on $324,020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January against January last year: 88.7%; Year to date (Jul to Jan 2026): $150,100; Gross margin, year to date: 66.2%. Retainers brought in $150,100 this financial year to date, at a 66.2% gross margin (above the 64.1% overall). Retainers: 66.2% gross margin, 26.2 points over the 40.0% target ($39,360 ahead on $150,100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January against January last year: (39.1%); Year to date (Jul to Jan 2026): $50,200; Gross margin, year to date: 75.7%. Training brought in $50,200 this financial year to date, at a 75.7% gross margin (above the 64.1% overall). Training: 75.7% gross margin, 35.7 points over the 40.0% target ($17,940 ahead on $50,200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Jan 2026) against the same period last year · Services. Same period last year: Not available: the data starts October 2024. From gross margin to profit: January's client work made $59,850 gross margin (64.8%). Consultant time not charged to client work took $8,330 and overheads $51,360, leaving $160 profit before tax (0.2% of revenue). To cover overheads, client work needs a 64.6%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$92,370 against $88,250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$524,320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$336,140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$524,320 this financial year to date (Jul to Jan 2026). Training makes the highest gross margin (75.7%); Projects the lowest (61.3%). The business needs 64.6%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61.3% gross margin, 21.3 points over the 40.0% target ($69,112 ahead on $324,020 this financial year to date). Training: 75.7% gross margin, 35.7 points over the 40.0% target ($17,940 ahead on $50,200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(10.0%)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$60,170 against $66,850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$324,020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$198,720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$324,020 this financial year to date, at a 61.3% gross margin (below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61.3% gross margin, 21.3 points over the 40.0% target ($69,112 ahead on $324,020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$150,100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66.2%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$99,400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$150,100 this financial year to date, at a 66.2% gross margin (above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66.2% gross margin, 26.2 points over the 40.0% target ($39,360 ahead on $150,100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(39.1%)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$3,900 against $6,400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$50,200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$38,020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$50,200 this financial year to date, at a 75.7% gross margin (above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75.7% gross margin, 35.7 points over the 40.0% target ($17,940 ahead on $50,200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Jan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January's client work made $59,850 gross margin (64.8%). Consultant time not charged to client work took $8,330 and overheads $51,360, leaving $160 profit before tax (0.2% of revenue). To cover overheads, client work needs a 64.6%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$324,020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$198,720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$150,100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$38,020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$524,320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$336,140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