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January against January last year: 6.0%; Year to date (Jul to Jan 2026): $578,275; Gross margin, year to date: 67.5%. Revenue is $578,275 this financial year to date (Jul to Jan 2026). Training makes the highest gross margin (77.9%); Projects the lowest (65.0%). The business needs 65.0% gross margin just to cover overheads. Projects: 65.0% gross margin, 25.0 points over the 40.0% target ($89,665 ahead on $358,275 this financial year to date). Training: 77.9% gross margin, 37.9 points over the 40.0% target ($20,880 ahead on $55,100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January against January last year: (8.4%); Year to date (Jul to Jan 2026): $358,275; Gross margin, year to date: 65.0%. Projects brought in $358,275 this financial year to date, at a 65.0% gross margin (below the 67.5% overall). Projects: 65.0% gross margin, 25.0 points over the 40.0% target ($89,665 ahead on $358,275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January against January last year: 88.5%; Year to date (Jul to Jan 2026): $164,900; Gross margin, year to date: 69.3%. Retainers brought in $164,900 this financial year to date, at a 69.3% gross margin (above the 67.5% overall). Retainers: 69.3% gross margin, 29.3 points over the 40.0% target ($48,240 ahead on $164,900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January against January last year: (38.6%); Year to date (Jul to Jan 2026): $55,100; Gross margin, year to date: 77.9%. Training brought in $55,100 this financial year to date, at a 77.9% gross margin (above the 67.5% overall). Training: 77.9% gross margin, 37.9 points over the 40.0% target ($20,880 ahead on $55,100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Jan 2026) against the same period last year · Services. Same period last year: Not available: the data starts October 2024. From gross margin to profit: January's client work made $69,830 gross margin (68.2%). Consultant time not charged to client work took $15,180 and overheads $51,360, leaving $3,290 profit before tax (3.2% of revenue). To cover overheads, client work needs a 65.0%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$102,350 against $96,560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$578,275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$390,095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$578,275 this financial year to date (Jul to Jan 2026). Training makes the highest gross margin (77.9%); Projects the lowest (65.0%). The business needs 65.0%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($89,665 ahead on $358,275 this financial year to date). Training: 77.9% gross margin, 37.9 points over the 40.0% target ($20,880 ahead on $55,100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(8.4%)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$66,950 against $73,060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$358,275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$232,975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$358,275 this financial year to date, at a 65.0% gross margin (below the 67.5%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($89,665 ahead on $358,275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$164,900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$114,200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$164,900 this financial year to date, at a 69.3% gross margin (above the 67.5%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69.3% gross margin, 29.3 points over the 40.0% target ($48,240 ahead on $164,900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against January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(38.6%)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$4,300 against $7,000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$55,100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$42,920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$55,100 this financial year to date, at a 77.9% gross margin (above the 67.5%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77.9% gross margin, 37.9 points over the 40.0% target ($20,880 ahead on $55,100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Jan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January's client work made $69,830 gross margin (68.2%). Consultant time not charged to client work took $15,180 and overheads $51,360, leaving $3,290 profit before tax (3.2% of revenue). To cover overheads, client work needs a 65.0%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$358,275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$232,975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$164,900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$114,200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$578,275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$390,095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