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60</c:v>
                </c:pt>
                <c:pt idx="1">
                  <c:v>156</c:v>
                </c:pt>
                <c:pt idx="2">
                  <c:v>132</c:v>
                </c:pt>
                <c:pt idx="3">
                  <c:v>105</c:v>
                </c:pt>
                <c:pt idx="4">
                  <c:v>93</c:v>
                </c:pt>
                <c:pt idx="5">
                  <c:v>78</c:v>
                </c:pt>
                <c:pt idx="6">
                  <c:v>102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9.3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#,##0;[Red](#,##0)</c:formatCode>
                <c:ptCount val="16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January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January: 726; Answered while staffed, January: 85.8%; Calls outside staffed hours, January: 52.3%; Median wait when answered, January: 77 sec. 726 calls for help came in during January. While the line was staffed, 85.8% were answered (target 90.0%); 52.3% of all calls came outside staffed hours and went to voicemail. The busiest time was 5 to 8pm (156 calls). 156 calls came between 5 and 8pm, when no-one is on the line. 49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776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85.8%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380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January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297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726 calls for help came in during January. While the line was staffed, 85.8% were answered (target 90.0%); 52.3% of all calls came outside staffed hours and went to voicemail. The busiest time was 5 to 8pm (156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156 calls came between 5 and 8pm, when no-one is on the line. 49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