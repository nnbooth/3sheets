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69</c:v>
                </c:pt>
                <c:pt idx="1">
                  <c:v>154</c:v>
                </c:pt>
                <c:pt idx="2">
                  <c:v>135</c:v>
                </c:pt>
                <c:pt idx="3">
                  <c:v>97</c:v>
                </c:pt>
                <c:pt idx="4">
                  <c:v>98</c:v>
                </c:pt>
                <c:pt idx="5">
                  <c:v>89</c:v>
                </c:pt>
                <c:pt idx="6">
                  <c:v>114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7.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#,##0;[Red](#,##0)</c:formatCode>
                <c:ptCount val="16"/>
                <c:pt idx="0">
                  <c:v>659</c:v>
                </c:pt>
                <c:pt idx="1">
                  <c:v>655</c:v>
                </c:pt>
                <c:pt idx="2">
                  <c:v>685</c:v>
                </c:pt>
                <c:pt idx="3">
                  <c:v>714</c:v>
                </c:pt>
                <c:pt idx="4">
                  <c:v>683</c:v>
                </c:pt>
                <c:pt idx="5">
                  <c:v>725</c:v>
                </c:pt>
                <c:pt idx="6">
                  <c:v>620</c:v>
                </c:pt>
                <c:pt idx="7">
                  <c:v>754</c:v>
                </c:pt>
                <c:pt idx="8">
                  <c:v>783</c:v>
                </c:pt>
                <c:pt idx="9">
                  <c:v>871</c:v>
                </c:pt>
                <c:pt idx="10">
                  <c:v>852</c:v>
                </c:pt>
                <c:pt idx="11">
                  <c:v>781</c:v>
                </c:pt>
                <c:pt idx="12">
                  <c:v>792</c:v>
                </c:pt>
                <c:pt idx="13">
                  <c:v>675</c:v>
                </c:pt>
                <c:pt idx="14">
                  <c:v>725</c:v>
                </c:pt>
                <c:pt idx="15">
                  <c:v>756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January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January: 756; Answered while staffed, January: 85.2%; Calls outside staffed hours, January: 50.9%; Median wait when answered, January: 77 sec. 756 calls for help came in during January. While the line was staffed, 85.2% were answered (target 90.0%); 50.9% of all calls came outside staffed hours and went to voicemail. The busiest time was 5 to 8pm (154 calls). 154 calls came between 5 and 8pm, when no-one is on the line. 55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January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725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January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85.2%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385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January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316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756 calls for help came in during January. While the line was staffed, 85.2% were answered (target 90.0%); 50.9% of all calls came outside staffed hours and went to voicemail. The busiest time was 5 to 8pm (154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154 calls came between 5 and 8pm, when no-one is on the line. 55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