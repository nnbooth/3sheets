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60</c:v>
                </c:pt>
                <c:pt idx="1">
                  <c:v>156</c:v>
                </c:pt>
                <c:pt idx="2">
                  <c:v>132</c:v>
                </c:pt>
                <c:pt idx="3">
                  <c:v>105</c:v>
                </c:pt>
                <c:pt idx="4">
                  <c:v>93</c:v>
                </c:pt>
                <c:pt idx="5">
                  <c:v>78</c:v>
                </c:pt>
                <c:pt idx="6">
                  <c:v>102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9.3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#,##0;[Red](#,##0)</c:formatCode>
                <c:ptCount val="16"/>
                <c:pt idx="0">
                  <c:v>685</c:v>
                </c:pt>
                <c:pt idx="1">
                  <c:v>633</c:v>
                </c:pt>
                <c:pt idx="2">
                  <c:v>684</c:v>
                </c:pt>
                <c:pt idx="3">
                  <c:v>690</c:v>
                </c:pt>
                <c:pt idx="4">
                  <c:v>664</c:v>
                </c:pt>
                <c:pt idx="5">
                  <c:v>685</c:v>
                </c:pt>
                <c:pt idx="6">
                  <c:v>629</c:v>
                </c:pt>
                <c:pt idx="7">
                  <c:v>724</c:v>
                </c:pt>
                <c:pt idx="8">
                  <c:v>820</c:v>
                </c:pt>
                <c:pt idx="9">
                  <c:v>909</c:v>
                </c:pt>
                <c:pt idx="10">
                  <c:v>826</c:v>
                </c:pt>
                <c:pt idx="11">
                  <c:v>756</c:v>
                </c:pt>
                <c:pt idx="12">
                  <c:v>770</c:v>
                </c:pt>
                <c:pt idx="13">
                  <c:v>746</c:v>
                </c:pt>
                <c:pt idx="14">
                  <c:v>776</c:v>
                </c:pt>
                <c:pt idx="15">
                  <c:v>726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January 2026. In short: 726 calls in January: 85.8% answered while staffed (target 90.0%); 52.3%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January: 726; Answered while staffed, January: 85.8%; Calls outside staffed hours, January: 52.3%; Median wait when answered, January: 77 sec. 726 calls for help came in during January. While the line was staffed, 85.8% were answered (target 90.0%); 52.3% of all calls came outside staffed hours and went to voicemail. The busiest time was 5 to 8pm (156 calls). 156 calls came between 5 and 8pm, when no-one is on the line. 49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In short: 726 calls in January: 85.8% answered while staffed (target 90.0%); 52.3%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January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January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776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January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85.8%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380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January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77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297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726 calls for help came in during January. While the line was staffed, 85.8% were answered (target 90.0%); 52.3% of all calls came outside staffed hours and went to voicemail. The busiest time was 5 to 8pm (156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156 calls came between 5 and 8pm, when no-one is on the line. 49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