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  <c:pt idx="14">
                  <c:v>135079</c:v>
                </c:pt>
                <c:pt idx="15">
                  <c:v>164780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  <c:pt idx="15">
                  <c:v>35800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  <c:pt idx="14">
                  <c:v>69700</c:v>
                </c:pt>
                <c:pt idx="15">
                  <c:v>97500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  <c:pt idx="14">
                  <c:v>29579</c:v>
                </c:pt>
                <c:pt idx="15">
                  <c:v>31480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January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January against January last year: 16.9%; Year to date (Jul to Jan 2026): $1,057,722; Gross margin, year to date: 37.1%. Revenue is $1,057,722 this financial year to date (Jul to Jan 2026). Maintenance contracts make the highest gross margin (59.5%); Installations the lowest (27.0%). The business needs 38.4% gross margin just to cover overheads. Installations: 27.0% gross margin, 8.0 points under the 35.0% target: about $51,576 on $648,400 of revenue this financial year to date. It's below the 38.4% needed to cover overheads, too. Maintenance contracts: 59.5% gross margin, 24.5 points over the 35.0% target ($59,418 ahead on $242,800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January against January last year: 45.1%; Year to date (Jul to Jan 2026): $242,800; Gross margin, year to date: 59.5%. Maintenance contracts brought in $242,800 this financial year to date, at a 59.5% gross margin (above the 37.1% overall). Maintenance contracts: 59.5% gross margin, 24.5 points over the 35.0% target ($59,418 ahead on $242,800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January against January last year: 9.1%; Year to date (Jul to Jan 2026): $648,400; Gross margin, year to date: 27.0%. Installations brought in $648,400 this financial year to date, at a 27.0% gross margin (below the 37.1% overall). Installations: 27.0% gross margin, 8.0 points under the 35.0% target: about $51,576 on $648,400 of revenue this financial year to date. It's below the 38.4%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January against January last year: 17.3%; Year to date (Jul to Jan 2026): $166,522; Gross margin, year to date: 43.7%. Call-outs and repairs brought in $166,522 this financial year to date, at a 43.7% gross margin (above the 37.1% overall). Call-outs and repairs: 43.7% gross margin, 8.7 points over the 35.0% target ($14,429 ahead on $166,522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Jan 2026) against the same period last year · Trades. Same period last year: Not available: the data starts October 2024. From gross margin to profit: January's jobs made $58,190 gross margin (35.3%). Technician time not charged to jobs took $4,620 and overheads $58,730, leaving ($5,160) profit before tax ((3.1%) of revenue). To cover overheads, jobs need a 38.4%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16.9%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$164,780 against $140,909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$1,057,722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$392,474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$1,057,722 this financial year to date (Jul to Jan 2026). Maintenance contracts make the highest gross margin (59.5%); Installations the lowest (27.0%). The business needs 38.4%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27.0% gross margin, 8.0 points under the 35.0% target: about $51,576 on $648,400 of revenue this financial year to date. It's below the 38.4% needed to cover overheads, too. Maintenance contracts: 59.5% gross margin, 24.5 points over the 35.0% target ($59,418 ahead on $242,800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$35,800 against $24,670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$242,800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$144,398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$242,800 this financial year to date, at a 59.5% gross margin (above the 37.1%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($59,418 ahead on $242,800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$97,500 against $89,400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$648,400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$175,364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$648,400 this financial year to date, at a 27.0% gross margin (below the 37.1%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27.0% gross margin, 8.0 points under the 35.0% target: about $51,576 on $648,400 of revenue this financial year to date. It's below the 38.4%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17.3%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$31,480 against $26,839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$166,522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$72,712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$166,522 this financial year to date, at a 43.7% gross margin (above the 37.1%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43.7% gross margin, 8.7 points over the 35.0% target ($14,429 ahead on $166,522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Jan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January's jobs made $58,190 gross margin (35.3%). Technician time not charged to jobs took $4,620 and overheads $58,730, leaving ($5,160) profit before tax ((3.1%) of revenue). To cover overheads, jobs need a 38.4%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$242,800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$144,398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$648,400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$175,364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$166,522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$1,057,722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$392,474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37.1%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