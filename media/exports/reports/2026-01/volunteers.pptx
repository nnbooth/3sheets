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 by program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Digital literacy</c:v>
                </c:pt>
                <c:pt idx="2">
                  <c:v>Housing support</c:v>
                </c:pt>
                <c:pt idx="3">
                  <c:v>Youth outreach</c:v>
                </c:pt>
                <c:pt idx="4">
                  <c:v>Community meals</c:v>
                </c:pt>
                <c:pt idx="5">
                  <c:v>Mental health first aid</c:v>
                </c:pt>
              </c:strCache>
            </c:strRef>
          </c:cat>
          <c:val>
            <c:numRef>
              <c:f>Sheet1!$B$2:$B$7</c:f>
              <c:numCache>
                <c:formatCode>#,##0;[Red](#,##0)</c:formatCode>
                <c:ptCount val="6"/>
                <c:pt idx="0">
                  <c:v>57.5</c:v>
                </c:pt>
                <c:pt idx="1">
                  <c:v>95.5</c:v>
                </c:pt>
                <c:pt idx="2">
                  <c:v>150.0</c:v>
                </c:pt>
                <c:pt idx="3">
                  <c:v>162.0</c:v>
                </c:pt>
                <c:pt idx="4">
                  <c:v>166.0</c:v>
                </c:pt>
                <c:pt idx="5">
                  <c:v>186.5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4.47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#,##0;[Red](#,##0)</c:formatCode>
                <c:ptCount val="16"/>
                <c:pt idx="0">
                  <c:v>381.0</c:v>
                </c:pt>
                <c:pt idx="1">
                  <c:v>373.5</c:v>
                </c:pt>
                <c:pt idx="2">
                  <c:v>383.5</c:v>
                </c:pt>
                <c:pt idx="3">
                  <c:v>387.5</c:v>
                </c:pt>
                <c:pt idx="4">
                  <c:v>376.5</c:v>
                </c:pt>
                <c:pt idx="5">
                  <c:v>444.0</c:v>
                </c:pt>
                <c:pt idx="6">
                  <c:v>422.5</c:v>
                </c:pt>
                <c:pt idx="7">
                  <c:v>562.0</c:v>
                </c:pt>
                <c:pt idx="8">
                  <c:v>568.0</c:v>
                </c:pt>
                <c:pt idx="9">
                  <c:v>609.5</c:v>
                </c:pt>
                <c:pt idx="10">
                  <c:v>627.0</c:v>
                </c:pt>
                <c:pt idx="11">
                  <c:v>708.5</c:v>
                </c:pt>
                <c:pt idx="12">
                  <c:v>817.0</c:v>
                </c:pt>
                <c:pt idx="13">
                  <c:v>780.5</c:v>
                </c:pt>
                <c:pt idx="14">
                  <c:v>830.5</c:v>
                </c:pt>
                <c:pt idx="15">
                  <c:v>817.5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Sample Community Services Ltd. Period: January 2026. In short: 817.5 h of volunteer time in January, from 55 volunteers; most went to Mental health first aid. Every volunteer shift: who (a code, not a name), which program, and how many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Volunteer hours, January: 817.5 h; Volunteers who did a shift, January: 55; Hours per volunteer, January: 14.9 h; January last year: 387.5 h. 55 volunteers gave 817.5 h in January, against 830.5 h in December. Mental health first aid drew the most (186.5 h, 22.8%). Volunteer coordinator had the fewest volunteer hours (57.5 h). Hours are up 111.0% on January last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hours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January 2026. In short: 817.5 h of volunteer time in January, from 55 volunteers; most went to Mental health first aid. Every volunteer shift: who (a code, not a name), which program, and how many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2025: Locked. December 2025 is locked (closed 5 Jan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2026: Locked. January 2026 is locked (closed 3 Feb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Volunteer hours by program, January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 hours, January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817.5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December 830.5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Volunteers who did a shift, January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December 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Hours per volunteer, January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14.9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last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387.5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25 volunteers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55 volunteers gave 817.5 h in January, against 830.5 h in December. Mental health first aid drew the most (186.5 h, 22.8%).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Volunteer coordinator had the fewest volunteer hours (57.5 h). Hours are up 111.0% on January last year.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hours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