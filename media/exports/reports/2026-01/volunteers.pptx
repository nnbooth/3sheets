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Mental health first aid</c:v>
                </c:pt>
                <c:pt idx="1">
                  <c:v>Digital literacy</c:v>
                </c:pt>
                <c:pt idx="2">
                  <c:v>Volunteer coordinator</c:v>
                </c:pt>
                <c:pt idx="3">
                  <c:v>Community meals</c:v>
                </c:pt>
                <c:pt idx="4">
                  <c:v>Youth outreach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73.5</c:v>
                </c:pt>
                <c:pt idx="1">
                  <c:v>117.0</c:v>
                </c:pt>
                <c:pt idx="2">
                  <c:v>121.0</c:v>
                </c:pt>
                <c:pt idx="3">
                  <c:v>129.0</c:v>
                </c:pt>
                <c:pt idx="4">
                  <c:v>132.0</c:v>
                </c:pt>
                <c:pt idx="5">
                  <c:v>139.0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59.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Sheet1!$A$2:$A$17</c:f>
              <c:strCache>
                <c:ptCount val="16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</c:strCache>
            </c:strRef>
          </c:cat>
          <c:val>
            <c:numRef>
              <c:f>Sheet1!$B$2:$B$17</c:f>
              <c:numCache>
                <c:formatCode>#,##0;[Red](#,##0)</c:formatCode>
                <c:ptCount val="16"/>
                <c:pt idx="0">
                  <c:v>317.5</c:v>
                </c:pt>
                <c:pt idx="1">
                  <c:v>392.0</c:v>
                </c:pt>
                <c:pt idx="2">
                  <c:v>363.5</c:v>
                </c:pt>
                <c:pt idx="3">
                  <c:v>399.0</c:v>
                </c:pt>
                <c:pt idx="4">
                  <c:v>422.0</c:v>
                </c:pt>
                <c:pt idx="5">
                  <c:v>451.5</c:v>
                </c:pt>
                <c:pt idx="6">
                  <c:v>445.0</c:v>
                </c:pt>
                <c:pt idx="7">
                  <c:v>513.0</c:v>
                </c:pt>
                <c:pt idx="8">
                  <c:v>529.0</c:v>
                </c:pt>
                <c:pt idx="9">
                  <c:v>586.0</c:v>
                </c:pt>
                <c:pt idx="10">
                  <c:v>560.5</c:v>
                </c:pt>
                <c:pt idx="11">
                  <c:v>625.5</c:v>
                </c:pt>
                <c:pt idx="12">
                  <c:v>669.5</c:v>
                </c:pt>
                <c:pt idx="13">
                  <c:v>626.5</c:v>
                </c:pt>
                <c:pt idx="14">
                  <c:v>683.0</c:v>
                </c:pt>
                <c:pt idx="15">
                  <c:v>711.5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8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January 2026.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January: 711.5 h; Volunteers who did a shift, January: 48; Hours per volunteer, January: 14.8 h; January last year: 399.0 h. 48 volunteers gave 711.5 h in January, against 683.0 h in December. Housing support drew the most (139.0 h, 19.5%). Mental health first aid had the fewest volunteer hours (73.5 h). Hours are up 78.3% on January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January 2026.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2026: Locked. January 2026 is locked (closed 3 Feb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January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January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711.5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683.0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January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December 46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14.8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January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399.0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28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48 volunteers gave 711.5 h in January, against 683.0 h in December. Housing support drew the most (139.0 h, 19.5%).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had the fewest volunteer hours (73.5 h). Hours are up 78.3% on January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