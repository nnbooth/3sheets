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32.0</c:v>
                </c:pt>
                <c:pt idx="1">
                  <c:v>47.6</c:v>
                </c:pt>
                <c:pt idx="2">
                  <c:v>63.8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36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cat>
            <c:strRef>
              <c:f>Sheet1!$A$2:$A$13</c:f>
              <c:strCache>
                <c:ptCount val="12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Milton office tower</c:v>
                </c:pt>
                <c:pt idx="4">
                  <c:v>Bulimba school</c:v>
                </c:pt>
                <c:pt idx="5">
                  <c:v>Chermside retail centre</c:v>
                </c:pt>
                <c:pt idx="6">
                  <c:v>Southbank cafe group</c:v>
                </c:pt>
                <c:pt idx="7">
                  <c:v>Fortitude Valley hotel</c:v>
                </c:pt>
                <c:pt idx="8">
                  <c:v>Riverside Apartments (strata)</c:v>
                </c:pt>
                <c:pt idx="9">
                  <c:v>Newstead gym</c:v>
                </c:pt>
                <c:pt idx="10">
                  <c:v>Ashgrove aged care</c:v>
                </c:pt>
                <c:pt idx="11">
                  <c:v>Wynnum medical centre</c:v>
                </c:pt>
              </c:strCache>
            </c:strRef>
          </c:cat>
          <c:val>
            <c:numRef>
              <c:f>Sheet1!$B$2:$B$13</c:f>
              <c:numCache>
                <c:formatCode>0.0"%";[Red](0.0"%")</c:formatCode>
                <c:ptCount val="12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63.6</c:v>
                </c:pt>
                <c:pt idx="5">
                  <c:v>63.8</c:v>
                </c:pt>
                <c:pt idx="6">
                  <c:v>64.0</c:v>
                </c:pt>
                <c:pt idx="7">
                  <c:v>64.2</c:v>
                </c:pt>
                <c:pt idx="8">
                  <c:v>64.3</c:v>
                </c:pt>
                <c:pt idx="9">
                  <c:v>64.3</c:v>
                </c:pt>
                <c:pt idx="10">
                  <c:v>64.4</c:v>
                </c:pt>
                <c:pt idx="11">
                  <c:v>65.1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4.864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Mount Gravatt clinic solar and battery</c:v>
                </c:pt>
                <c:pt idx="1">
                  <c:v>West End factory switchboard upgrade</c:v>
                </c:pt>
                <c:pt idx="2">
                  <c:v>Milton townhouses switchboard upgrade</c:v>
                </c:pt>
                <c:pt idx="3">
                  <c:v>Wynnum office data cabling</c:v>
                </c:pt>
                <c:pt idx="4">
                  <c:v>Chermside shop data cabling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19.6</c:v>
                </c:pt>
                <c:pt idx="1">
                  <c:v>32.1</c:v>
                </c:pt>
                <c:pt idx="2">
                  <c:v>32.9</c:v>
                </c:pt>
                <c:pt idx="3">
                  <c:v>38.3</c:v>
                </c:pt>
                <c:pt idx="4">
                  <c:v>45.3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2.094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(7)</c:v>
                </c:pt>
                <c:pt idx="1">
                  <c:v>1.5-hour call-outs (11)</c:v>
                </c:pt>
                <c:pt idx="2">
                  <c:v>2.5-hour call-outs (11)</c:v>
                </c:pt>
                <c:pt idx="3">
                  <c:v>2-hour call-outs (8)</c:v>
                </c:pt>
                <c:pt idx="4">
                  <c:v>3-hour call-outs (21)</c:v>
                </c:pt>
                <c:pt idx="5">
                  <c:v>4-hour call-outs (4)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40.7</c:v>
                </c:pt>
                <c:pt idx="1">
                  <c:v>42.7</c:v>
                </c:pt>
                <c:pt idx="2">
                  <c:v>46.4</c:v>
                </c:pt>
                <c:pt idx="3">
                  <c:v>47.6</c:v>
                </c:pt>
                <c:pt idx="4">
                  <c:v>50.5</c:v>
                </c:pt>
                <c:pt idx="5">
                  <c:v>50.8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8.4199999999999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0.0"%";[Red](0.0"%")</c:formatCode>
                <c:ptCount val="16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  <c:pt idx="14">
                  <c:v>43.7</c:v>
                </c:pt>
                <c:pt idx="15">
                  <c:v>41.9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January 2026. In short: Jobs made a 41.9% gross margin in January: maintenance contracts the most (63.8%), installations the least (32.0%).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January's jobs made $76,716 gross margin (41.9%). Technician time not charged to jobs took $22,372 and overheads $58,730, leaving ($4,386) profit before tax ((2.4%) of revenue). To cover overheads, jobs need a 44.2%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January · All jobs: 41.9%; Job gross margin, December · All jobs: 43.7%; Gross margin jobs need to break even: 44.2%. In January maintenance contracts made a 63.8% job gross margin, installations made a 32.0% job gross margin, call-outs and repairs made a 47.6% job gross margin (technician time at $68 an hour, wages and all on-costs). Jobs need 44.2% just to cover overheads. Installations: 32.0% gross margin, 3.0 points under the 35.0% target: about $3,301 on $109,100 of revenue in January. It's below the 44.2% needed to cover overheads, too. Maintenance contracts: 63.8% gross margin, 28.8 points over the 35.0% target ($11,549 ahead on $40,100 in January).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January · Maintenance contracts: 63.8%; Job gross margin, December · Maintenance contracts: 63.8%; Gross margin jobs need to break even: 44.2%. All 12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January). All maintenance contracts: 63.8% gross margin, 28.8 points over the 35.0% target ($11,549 ahead on $40,100 in January).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January 2026. The month's fee less materials and technician time at $68/hour. Target 35.0% is what to price for; break-even 44.2%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January · Installations: 32.0%; Job gross margin, December · Installations: 31.6%; Gross margin jobs need to break even: 44.2%. 3 of the 5 installation jobs invoiced in January made less than the 35.0% job gross margin target. The Mount Gravatt clinic solar and battery made a 19.6% job gross margin: 110.0 h of technician time ($7,480) and $3,000 of subcontractors on a $30,200 job. Jobs need 44.2% gross margin just to cover overheads. 3 installations under the 35.0% target, worth about $5,859 between them on $75,900 of revenue. The biggest gap, Mount Gravatt clinic solar and battery: 19.6% gross margin, 15.4 points under the 35.0% target: about $4,650 on $30,200 of revenue in January. It's below the 44.2%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January · Call-outs and repairs: 47.6%; Job gross margin, December · Call-outs and repairs: 47.9%; Gross margin jobs need to break even: 44.2%; Technician time charged, January: $23,797; Materials charged, January: $10,309. 62 call-outs in January billed $23,797 of technician time and $10,309 of materials ($7,930 at cost plus 30%), and made a 47.6% job gross margin between them. Gross margins run from 40.7% to 50.8% by length: the hourly rate covers technician time comfortably, so the gross margin mostly moves with how much material goes on the van. All call-outs: 47.6% gross margin, 12.6 points over the 35.0% target ($4,311 ahead on $34,106 in January).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In short: Jobs made a 41.9% gross margin in January: maintenance contracts the most (63.8%), installations the least (32.0%).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January's jobs made $76,716 gross margin (41.9%). Technician time not charged to jobs took $22,372 and overheads $58,730, leaving ($4,386) profit before tax ((2.4%) of revenue). To cover overheads, jobs need a 44.2%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$76,716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$72,352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$49,980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$22,372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$54,344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$58,730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($4,386)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$183,306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(2.4%)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44.2%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January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January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December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(January)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60588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63308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80755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683475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44.2%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January maintenance contracts made a 63.8% job gross margin, installations made a 32.0% job gross margin, call-outs and repairs made a 47.6% job gross margin (technician time at $68 an hour, wages and all on-costs). Jobs need 44.2%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32.0% gross margin, 3.0 points under the 35.0% target: about $3,301 on $109,100 of revenue in January. It's below the 44.2% needed to cover overheads, too. Maintenance contracts: 63.8% gross margin, 28.8 points over the 35.0% target ($11,549 ahead on $40,100 in January).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January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December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(January)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12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January). All maintenance contracts: 63.8% gross margin, 28.8 points over the 35.0% target ($11,549 ahead on $40,100 in January).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January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44.2%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98280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801000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02069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04789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44.2%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January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January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32.0%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December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31.6%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(January)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234842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7562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389956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92676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44.2%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 of the 5 installation jobs invoiced in January made less than the 35.0% job gross margin target. The Mount Gravatt clinic solar and battery made a 19.6% job gross margin: 110.0 h of technician time ($7,480) and $3,000 of subcontractors on a $30,200 job. Jobs need 44.2%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 installations under the 35.0% target, worth about $5,859 between them on $75,900 of revenue. The biggest gap, Mount Gravatt clinic solar and battery: 19.6% gross margin, 15.4 points under the 35.0% target: about $4,650 on $30,200 of revenue in January. It's below the 44.2%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January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January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December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(January)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January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$23,797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69.8%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January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$10,309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$7,930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759065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661785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89117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691837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44.2%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62 call-outs in January billed $23,797 of technician time and $10,309 of materials ($7,930 at cost plus 30%), and made a 47.6% job gross margin between them. Gross margins run from 40.7% to 50.8%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47.6% gross margin, 12.6 points over the 35.0% target ($4,311 ahead on $34,106 in January).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