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23.9</c:v>
                </c:pt>
                <c:pt idx="1">
                  <c:v>43.3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26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Mount Gravatt clinic solar and battery</c:v>
                </c:pt>
                <c:pt idx="1">
                  <c:v>West End factory switchboard upgrade</c:v>
                </c:pt>
                <c:pt idx="2">
                  <c:v>Milton townhouses switchboard upgrade</c:v>
                </c:pt>
                <c:pt idx="3">
                  <c:v>Wynnum office data cabling</c:v>
                </c:pt>
                <c:pt idx="4">
                  <c:v>Chermside shop data cabling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10.1</c:v>
                </c:pt>
                <c:pt idx="1">
                  <c:v>24.0</c:v>
                </c:pt>
                <c:pt idx="2">
                  <c:v>24.7</c:v>
                </c:pt>
                <c:pt idx="3">
                  <c:v>31.0</c:v>
                </c:pt>
                <c:pt idx="4">
                  <c:v>38.9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4.7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(7)</c:v>
                </c:pt>
                <c:pt idx="1">
                  <c:v>1.5-hour call-outs (11)</c:v>
                </c:pt>
                <c:pt idx="2">
                  <c:v>2.5-hour call-outs (11)</c:v>
                </c:pt>
                <c:pt idx="3">
                  <c:v>2-hour call-outs (8)</c:v>
                </c:pt>
                <c:pt idx="4">
                  <c:v>3-hour call-outs (21)</c:v>
                </c:pt>
                <c:pt idx="5">
                  <c:v>4-hour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37.2</c:v>
                </c:pt>
                <c:pt idx="1">
                  <c:v>39.0</c:v>
                </c:pt>
                <c:pt idx="2">
                  <c:v>42.1</c:v>
                </c:pt>
                <c:pt idx="3">
                  <c:v>43.3</c:v>
                </c:pt>
                <c:pt idx="4">
                  <c:v>45.9</c:v>
                </c:pt>
                <c:pt idx="5">
                  <c:v>46.1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0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0.0"%";[Red](0.0"%")</c:formatCode>
                <c:ptCount val="16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  <c:pt idx="14">
                  <c:v>37.4</c:v>
                </c:pt>
                <c:pt idx="15">
                  <c:v>35.3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January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January's jobs made $58,190 gross margin (35.3%). Technician time not charged to jobs took $4,620 and overheads $58,730, leaving ($5,160) profit before tax ((3.1%) of revenue). To cover overheads, jobs need a 38.4%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January · All jobs: 35.3%; Job gross margin, December · All jobs: 37.4%; Gross margin jobs need to break even: 38.4%. In January maintenance contracts made a 59.5% job gross margin, installations made a 23.9% job gross margin, call-outs and repairs made a 43.3% job gross margin (technician time at $68 an hour, wages and all on-costs). Jobs need 38.4% just to cover overheads. Installations: 23.9% gross margin, 11.1 points under the 35.0% target: about $10,841 on $97,500 of revenue in January. It's below the 38.4% needed to cover overheads, too. Maintenance contracts: 59.5% gross margin, 24.5 points over the 35.0% target ($8,754 ahead on $35,800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January · Maintenance contracts: 59.5%; Job gross margin, December · Maintenance contracts: 59.5%; Gross margin jobs need to break even: 38.4%. All 12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January). All maintenance contracts: 59.5% gross margin, 24.5 points over the 35.0% target ($8,754 ahead on $35,800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January 2026. The month's fee less materials and technician time at $68/hour. Target 35.0% is what to price for; break-even 38.4%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January · Installations: 23.9%; Job gross margin, December · Installations: 23.4%; Gross margin jobs need to break even: 38.4%. 4 of the 5 installation jobs invoiced in January made less than the 35.0% job gross margin target. The Mount Gravatt clinic solar and battery made a 10.1% job gross margin: 110.0 h of technician time ($7,480) and $3,000 of subcontractors on a $27,000 job. Jobs need 38.4% gross margin just to cover overheads. 4 installations under the 35.0% target, worth about $11,566 between them on $78,800 of revenue. The biggest gap, Mount Gravatt clinic solar and battery: 10.1% gross margin, 24.9 points under the 35.0% target: about $6,730 on $27,000 of revenue in January. It's below the 38.4%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January · Call-outs and repairs: 43.3%; Job gross margin, December · Call-outs and repairs: 43.5%; Gross margin jobs need to break even: 38.4%; Technician time charged, January: $21,171; Materials charged, January: $10,309. 62 call-outs in January billed $21,171 of technician time and $10,309 of materials ($7,930 at cost plus 30%), and made a 43.3% job gross margin between them. Gross margins run from 37.2% to 46.1% by length: the hourly rate covers technician time comfortably, so the gross margin mostly moves with how much material goes on the van. All call-outs: 43.3% gross margin, 8.3 points over the 35.0% target ($2,604 ahead on $31,480 in January).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January's jobs made $58,190 gross margin (35.3%). Technician time not charged to jobs took $4,620 and overheads $58,730, leaving ($5,160) profit before tax ((3.1%) of revenue). To cover overheads, jobs need a 38.4%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$54,600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$4,620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$53,570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$58,730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($5,160)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$164,780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(3.1%)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January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1109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381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January maintenance contracts made a 59.5% job gross margin, installations made a 23.9% job gross margin, call-outs and repairs made a 43.3% job gross margin (technician time at $68 an hour, wages and all on-costs). Jobs need 38.4%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23.9% gross margin, 11.1 points under the 35.0% target: about $10,841 on $97,500 of revenue in January. It's below the 38.4% needed to cover overheads, too. Maintenance contracts: 59.5% gross margin, 24.5 points over the 35.0% target ($8,754 ahead on $35,800 in January).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January). All maintenance contracts: 59.5% gross margin, 24.5 points over the 35.0% target ($8,754 ahead on $35,800 in January).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January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38.4%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98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14969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317689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5783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6055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45496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35768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of the 5 installation jobs invoiced in January made less than the 35.0% job gross margin target. The Mount Gravatt clinic solar and battery made a 10.1% job gross margin: 110.0 h of technician time ($7,480) and $3,000 of subcontractors on a $27,000 job. Jobs need 38.4%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 installations under the 35.0% target, worth about $11,566 between them on $78,800 of revenue. The biggest gap, Mount Gravatt clinic solar and battery: 10.1% gross margin, 24.9 points under the 35.0% target: about $6,730 on $27,000 of revenue in January. It's below the 38.4%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January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December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(January)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January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$21,171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67.3%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January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$10,309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$7,930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158583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061303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578064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80784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38.4%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62 call-outs in January billed $21,171 of technician time and $10,309 of materials ($7,930 at cost plus 30%), and made a 43.3% job gross margin between them. Gross margins run from 37.2% to 46.1%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43.3% gross margin, 8.3 points over the 35.0% target ($2,604 ahead on $31,480 in January).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