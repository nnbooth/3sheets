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171009</c:v>
                </c:pt>
                <c:pt idx="1">
                  <c:v>179474</c:v>
                </c:pt>
                <c:pt idx="2">
                  <c:v>143156</c:v>
                </c:pt>
                <c:pt idx="3">
                  <c:v>140909</c:v>
                </c:pt>
                <c:pt idx="4">
                  <c:v>160943</c:v>
                </c:pt>
                <c:pt idx="5">
                  <c:v>135082</c:v>
                </c:pt>
                <c:pt idx="6">
                  <c:v>124705</c:v>
                </c:pt>
                <c:pt idx="7">
                  <c:v>129816</c:v>
                </c:pt>
                <c:pt idx="8">
                  <c:v>164113</c:v>
                </c:pt>
                <c:pt idx="9">
                  <c:v>186760</c:v>
                </c:pt>
                <c:pt idx="10">
                  <c:v>139164</c:v>
                </c:pt>
                <c:pt idx="11">
                  <c:v>128255</c:v>
                </c:pt>
                <c:pt idx="12">
                  <c:v>128898</c:v>
                </c:pt>
                <c:pt idx="13">
                  <c:v>174786</c:v>
                </c:pt>
                <c:pt idx="14">
                  <c:v>135079</c:v>
                </c:pt>
                <c:pt idx="15">
                  <c:v>164780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24670</c:v>
                </c:pt>
                <c:pt idx="1">
                  <c:v>24670</c:v>
                </c:pt>
                <c:pt idx="2">
                  <c:v>24670</c:v>
                </c:pt>
                <c:pt idx="3">
                  <c:v>24670</c:v>
                </c:pt>
                <c:pt idx="4">
                  <c:v>27930</c:v>
                </c:pt>
                <c:pt idx="5">
                  <c:v>27930</c:v>
                </c:pt>
                <c:pt idx="6">
                  <c:v>27930</c:v>
                </c:pt>
                <c:pt idx="7">
                  <c:v>27930</c:v>
                </c:pt>
                <c:pt idx="8">
                  <c:v>31870</c:v>
                </c:pt>
                <c:pt idx="9">
                  <c:v>33200</c:v>
                </c:pt>
                <c:pt idx="10">
                  <c:v>33200</c:v>
                </c:pt>
                <c:pt idx="11">
                  <c:v>33200</c:v>
                </c:pt>
                <c:pt idx="12">
                  <c:v>35800</c:v>
                </c:pt>
                <c:pt idx="13">
                  <c:v>35800</c:v>
                </c:pt>
                <c:pt idx="14">
                  <c:v>35800</c:v>
                </c:pt>
                <c:pt idx="15">
                  <c:v>35800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126300</c:v>
                </c:pt>
                <c:pt idx="1">
                  <c:v>131400</c:v>
                </c:pt>
                <c:pt idx="2">
                  <c:v>92600</c:v>
                </c:pt>
                <c:pt idx="3">
                  <c:v>89400</c:v>
                </c:pt>
                <c:pt idx="4">
                  <c:v>106000</c:v>
                </c:pt>
                <c:pt idx="5">
                  <c:v>86100</c:v>
                </c:pt>
                <c:pt idx="6">
                  <c:v>74900</c:v>
                </c:pt>
                <c:pt idx="7">
                  <c:v>80300</c:v>
                </c:pt>
                <c:pt idx="8">
                  <c:v>112700</c:v>
                </c:pt>
                <c:pt idx="9">
                  <c:v>135800</c:v>
                </c:pt>
                <c:pt idx="10">
                  <c:v>86200</c:v>
                </c:pt>
                <c:pt idx="11">
                  <c:v>75100</c:v>
                </c:pt>
                <c:pt idx="12">
                  <c:v>70800</c:v>
                </c:pt>
                <c:pt idx="13">
                  <c:v>113300</c:v>
                </c:pt>
                <c:pt idx="14">
                  <c:v>69700</c:v>
                </c:pt>
                <c:pt idx="15">
                  <c:v>97500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20039</c:v>
                </c:pt>
                <c:pt idx="1">
                  <c:v>23404</c:v>
                </c:pt>
                <c:pt idx="2">
                  <c:v>25886</c:v>
                </c:pt>
                <c:pt idx="3">
                  <c:v>26839</c:v>
                </c:pt>
                <c:pt idx="4">
                  <c:v>27013</c:v>
                </c:pt>
                <c:pt idx="5">
                  <c:v>21052</c:v>
                </c:pt>
                <c:pt idx="6">
                  <c:v>21875</c:v>
                </c:pt>
                <c:pt idx="7">
                  <c:v>21586</c:v>
                </c:pt>
                <c:pt idx="8">
                  <c:v>19543</c:v>
                </c:pt>
                <c:pt idx="9">
                  <c:v>17760</c:v>
                </c:pt>
                <c:pt idx="10">
                  <c:v>19764</c:v>
                </c:pt>
                <c:pt idx="11">
                  <c:v>19955</c:v>
                </c:pt>
                <c:pt idx="12">
                  <c:v>22298</c:v>
                </c:pt>
                <c:pt idx="13">
                  <c:v>25686</c:v>
                </c:pt>
                <c:pt idx="14">
                  <c:v>29579</c:v>
                </c:pt>
                <c:pt idx="15">
                  <c:v>31480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94520</c:v>
                </c:pt>
                <c:pt idx="1">
                  <c:v>108140</c:v>
                </c:pt>
                <c:pt idx="2">
                  <c:v>114895</c:v>
                </c:pt>
                <c:pt idx="3">
                  <c:v>88250</c:v>
                </c:pt>
                <c:pt idx="4">
                  <c:v>111010</c:v>
                </c:pt>
                <c:pt idx="5">
                  <c:v>77175</c:v>
                </c:pt>
                <c:pt idx="6">
                  <c:v>63970</c:v>
                </c:pt>
                <c:pt idx="7">
                  <c:v>95555</c:v>
                </c:pt>
                <c:pt idx="8">
                  <c:v>90220</c:v>
                </c:pt>
                <c:pt idx="9">
                  <c:v>86320</c:v>
                </c:pt>
                <c:pt idx="10">
                  <c:v>61475</c:v>
                </c:pt>
                <c:pt idx="11">
                  <c:v>59535</c:v>
                </c:pt>
                <c:pt idx="12">
                  <c:v>71260</c:v>
                </c:pt>
                <c:pt idx="13">
                  <c:v>83940</c:v>
                </c:pt>
                <c:pt idx="14">
                  <c:v>69420</c:v>
                </c:pt>
                <c:pt idx="15">
                  <c:v>92370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70720</c:v>
                </c:pt>
                <c:pt idx="1">
                  <c:v>88540</c:v>
                </c:pt>
                <c:pt idx="2">
                  <c:v>94695</c:v>
                </c:pt>
                <c:pt idx="3">
                  <c:v>66850</c:v>
                </c:pt>
                <c:pt idx="4">
                  <c:v>84410</c:v>
                </c:pt>
                <c:pt idx="5">
                  <c:v>48975</c:v>
                </c:pt>
                <c:pt idx="6">
                  <c:v>37570</c:v>
                </c:pt>
                <c:pt idx="7">
                  <c:v>59755</c:v>
                </c:pt>
                <c:pt idx="8">
                  <c:v>64520</c:v>
                </c:pt>
                <c:pt idx="9">
                  <c:v>64820</c:v>
                </c:pt>
                <c:pt idx="10">
                  <c:v>38775</c:v>
                </c:pt>
                <c:pt idx="11">
                  <c:v>38035</c:v>
                </c:pt>
                <c:pt idx="12">
                  <c:v>45860</c:v>
                </c:pt>
                <c:pt idx="13">
                  <c:v>46840</c:v>
                </c:pt>
                <c:pt idx="14">
                  <c:v>29520</c:v>
                </c:pt>
                <c:pt idx="15">
                  <c:v>60170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15000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21800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16300</c:v>
                </c:pt>
                <c:pt idx="13">
                  <c:v>28300</c:v>
                </c:pt>
                <c:pt idx="14">
                  <c:v>28300</c:v>
                </c:pt>
                <c:pt idx="15">
                  <c:v>28300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3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8800</c:v>
                </c:pt>
                <c:pt idx="1">
                  <c:v>4600</c:v>
                </c:pt>
                <c:pt idx="2">
                  <c:v>5200</c:v>
                </c:pt>
                <c:pt idx="3">
                  <c:v>6400</c:v>
                </c:pt>
                <c:pt idx="4">
                  <c:v>11600</c:v>
                </c:pt>
                <c:pt idx="5">
                  <c:v>6400</c:v>
                </c:pt>
                <c:pt idx="6">
                  <c:v>4600</c:v>
                </c:pt>
                <c:pt idx="7">
                  <c:v>14000</c:v>
                </c:pt>
                <c:pt idx="8">
                  <c:v>3900</c:v>
                </c:pt>
                <c:pt idx="9">
                  <c:v>5200</c:v>
                </c:pt>
                <c:pt idx="10">
                  <c:v>6400</c:v>
                </c:pt>
                <c:pt idx="11">
                  <c:v>5200</c:v>
                </c:pt>
                <c:pt idx="12">
                  <c:v>9100</c:v>
                </c:pt>
                <c:pt idx="13">
                  <c:v>8800</c:v>
                </c:pt>
                <c:pt idx="14">
                  <c:v>11600</c:v>
                </c:pt>
                <c:pt idx="15">
                  <c:v>3900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SME sample businesses. Period: January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January against January last year: 16.9%; Year to date (Jul to Jan 2026): $1,057,722; Gross margin, year to date: 37.1%. Revenue is $1,057,722 this financial year to date (Jul to Jan 2026). Maintenance contracts make the highest gross margin (59.5%); Installations the lowest (27.0%). The business needs 38.4% gross margin just to cover overheads. Installations: 27.0% gross margin, 8.0 points under the 35.0% target: about $51,576 on $648,400 of revenue this financial year to date. It's below the 38.4% needed to cover overheads, too. Maintenance contracts: 59.5% gross margin, 24.5 points over the 35.0% target ($59,418 ahead on $242,800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January against January last year: 45.1%; Year to date (Jul to Jan 2026): $242,800; Gross margin, year to date: 59.5%. Maintenance contracts brought in $242,800 this financial year to date, at a 59.5% gross margin (above the 37.1% overall). Maintenance contracts: 59.5% gross margin, 24.5 points over the 35.0% target ($59,418 ahead on $242,800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January against January last year: 9.1%; Year to date (Jul to Jan 2026): $648,400; Gross margin, year to date: 27.0%. Installations brought in $648,400 this financial year to date, at a 27.0% gross margin (below the 37.1% overall). Installations: 27.0% gross margin, 8.0 points under the 35.0% target: about $51,576 on $648,400 of revenue this financial year to date. It's below the 38.4%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January against January last year: 17.3%; Year to date (Jul to Jan 2026): $166,522; Gross margin, year to date: 43.7%. Call-outs and repairs brought in $166,522 this financial year to date, at a 43.7% gross margin (above the 37.1% overall). Call-outs and repairs: 43.7% gross margin, 8.7 points over the 35.0% target ($14,429 ahead on $166,522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Jan 2026) against the same period last year · Trades. Same period last year: Not available: the data starts October 2024. From gross margin to profit: January's jobs made $58,190 gross margin (35.3%). Technician time not charged to jobs took $4,620 and overheads $58,730, leaving ($5,160) profit before tax ((3.1%) of revenue). To cover overheads, jobs need a 38.4%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January against January last year: 4.7%; Year to date (Jul to Jan 2026): $524,320; Gross margin, year to date: 64.1%. Revenue is $524,320 this financial year to date (Jul to Jan 2026). Training makes the highest gross margin (75.7%); Projects the lowest (61.3%). The business needs 64.6% gross margin just to cover overheads. Projects: 61.3% gross margin, 21.3 points over the 40.0% target ($69,112 ahead on $324,020 this financial year to date). Training: 75.7% gross margin, 35.7 points over the 40.0% target ($17,940 ahead on $50,200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January against January last year: (10.0%); Year to date (Jul to Jan 2026): $324,020; Gross margin, year to date: 61.3%. Projects brought in $324,020 this financial year to date, at a 61.3% gross margin (below the 64.1% overall). Projects: 61.3% gross margin, 21.3 points over the 40.0% target ($69,112 ahead on $324,020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January against January last year: 88.7%; Year to date (Jul to Jan 2026): $150,100; Gross margin, year to date: 66.2%. Retainers brought in $150,100 this financial year to date, at a 66.2% gross margin (above the 64.1% overall). Retainers: 66.2% gross margin, 26.2 points over the 40.0% target ($39,360 ahead on $150,100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January against January last year: (39.1%); Year to date (Jul to Jan 2026): $50,200; Gross margin, year to date: 75.7%. Training brought in $50,200 this financial year to date, at a 75.7% gross margin (above the 64.1% overall). Training: 75.7% gross margin, 35.7 points over the 40.0% target ($17,940 ahead on $50,200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Jan 2026) against the same period last year · Services. Same period last year: Not available: the data starts October 2024. From gross margin to profit: January's client work made $59,850 gross margin (64.8%). Consultant time not charged to client work took $8,330 and overheads $51,360, leaving $160 profit before tax (0.2% of revenue). To cover overheads, client work needs a 64.6%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SME sample businesses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16.9%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$164,780 against $140,909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$1,057,722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$392,474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$1,057,722 this financial year to date (Jul to Jan 2026). Maintenance contracts make the highest gross margin (59.5%); Installations the lowest (27.0%). The business needs 38.4%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27.0% gross margin, 8.0 points under the 35.0% target: about $51,576 on $648,400 of revenue this financial year to date. It's below the 38.4% needed to cover overheads, too. Maintenance contracts: 59.5% gross margin, 24.5 points over the 35.0% target ($59,418 ahead on $242,800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$35,800 against $24,670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$242,800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$144,398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$242,800 this financial year to date, at a 59.5% gross margin (above the 37.1%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59.5% gross margin, 24.5 points over the 35.0% target ($59,418 ahead on $242,800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$97,500 against $89,400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$648,400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$175,364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$648,400 this financial year to date, at a 27.0% gross margin (below the 37.1%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27.0% gross margin, 8.0 points under the 35.0% target: about $51,576 on $648,400 of revenue this financial year to date. It's below the 38.4%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17.3%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$31,480 against $26,839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$166,522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$72,712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$166,522 this financial year to date, at a 43.7% gross margin (above the 37.1%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43.7% gross margin, 8.7 points over the 35.0% target ($14,429 ahead on $166,522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Jan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January's jobs made $58,190 gross margin (35.3%). Technician time not charged to jobs took $4,620 and overheads $58,730, leaving ($5,160) profit before tax ((3.1%) of revenue). To cover overheads, jobs need a 38.4%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$242,800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$144,398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$648,400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$175,364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$166,522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$72,712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$1,057,722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$392,474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37.1%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$92,370 against $88,250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$524,320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$336,140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$524,320 this financial year to date (Jul to Jan 2026). Training makes the highest gross margin (75.7%); Projects the lowest (61.3%). The business needs 64.6%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61.3% gross margin, 21.3 points over the 40.0% target ($69,112 ahead on $324,020 this financial year to date). Training: 75.7% gross margin, 35.7 points over the 40.0% target ($17,940 ahead on $50,200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(10.0%)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$60,170 against $66,850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$324,020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$198,720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$324,020 this financial year to date, at a 61.3% gross margin (below the 64.1%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61.3% gross margin, 21.3 points over the 40.0% target ($69,112 ahead on $324,020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88.7%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$28,300 against $15,000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$150,100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66.2%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$99,400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$150,100 this financial year to date, at a 66.2% gross margin (above the 64.1%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66.2% gross margin, 26.2 points over the 40.0% target ($39,360 ahead on $150,100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against January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(39.1%)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$3,900 against $6,400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$50,200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$38,020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$50,200 this financial year to date, at a 75.7% gross margin (above the 64.1%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75.7% gross margin, 35.7 points over the 40.0% target ($17,940 ahead on $50,200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Jan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January's client work made $59,850 gross margin (64.8%). Consultant time not charged to client work took $8,330 and overheads $51,360, leaving $160 profit before tax (0.2% of revenue). To cover overheads, client work needs a 64.6%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$324,020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$198,720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$150,100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$99,400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$38,020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$524,320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$336,140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64.1%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