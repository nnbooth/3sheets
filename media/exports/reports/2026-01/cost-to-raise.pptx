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12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0"¢";[Red](0"¢")</c:formatCode>
                <c:ptCount val="16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  <c:pt idx="15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January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14¢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January 2026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January cost 13¢ to raise each dollar, against 14¢ in December. This financial year to date it has cost 14¢ a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January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12¢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10¢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 cost 11¢ to raise each dollar this financial year to date ($49,700 of grant writing and reporting for $450,671).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January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17¢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17¢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 cost 15¢ to raise each dollar this financial year to date ($18,500 of donor campaigns for $119,700).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January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42¢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