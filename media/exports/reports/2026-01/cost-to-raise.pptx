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January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December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January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January cost 13¢ to raise each dollar, against 14¢ in December.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December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($49,700 of grant writing and reporting for $450,671).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December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($18,500 of donor campaigns for $119,700).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December 42¢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