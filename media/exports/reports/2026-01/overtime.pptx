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  <c:pt idx="15">
                  <c:v>3.8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3.0</c:v>
                </c:pt>
                <c:pt idx="1">
                  <c:v>6.0</c:v>
                </c:pt>
                <c:pt idx="2">
                  <c:v>7.5</c:v>
                </c:pt>
                <c:pt idx="3">
                  <c:v>23.0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4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T2</c:v>
                </c:pt>
                <c:pt idx="1">
                  <c:v>Technician T3</c:v>
                </c:pt>
                <c:pt idx="2">
                  <c:v>Technician T6</c:v>
                </c:pt>
                <c:pt idx="3">
                  <c:v>Technician T7</c:v>
                </c:pt>
                <c:pt idx="4">
                  <c:v>Technician T5</c:v>
                </c:pt>
                <c:pt idx="5">
                  <c:v>Technician T4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1.5</c:v>
                </c:pt>
                <c:pt idx="1">
                  <c:v>2.5</c:v>
                </c:pt>
                <c:pt idx="2">
                  <c:v>3.5</c:v>
                </c:pt>
                <c:pt idx="3">
                  <c:v>5.5</c:v>
                </c:pt>
                <c:pt idx="4">
                  <c:v>7.0</c:v>
                </c:pt>
                <c:pt idx="5">
                  <c:v>8.5</c:v>
                </c:pt>
                <c:pt idx="6">
                  <c:v>11.0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6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January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January: 3.8%; Overtime hours, January: 39.5 h; January last year: 2.3%. Technicians worked 39.5 h of overtime in January, 3.8% of ordinary hours (target under 5.0%), against 3.5% in December. Over the last year it has gone from 2.3% to 3.8%. After-hours call-out is the main reason: 23.0 h, 58.2% of the overtime. Technician T1 carried the most (11.0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January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January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38.0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24.5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39.5 h of overtime in January, 3.8% of ordinary hours (target under 5.0%), against 3.5% in December. Over the last year it has gone from 2.3% to 3.8%.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23.0 h, 58.2% of the overtime. Technician T1 carried the most (11.0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