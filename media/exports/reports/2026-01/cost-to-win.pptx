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  <c:pt idx="15">
                  <c:v>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$173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40 new customers from $8,000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44 new customers came from $8,000 of marketing in January, against 45 from $7,800 in December: $182 each, up from $173.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