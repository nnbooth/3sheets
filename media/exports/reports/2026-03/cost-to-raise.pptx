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13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0"¢";[Red](0"¢")</c:formatCode>
                <c:ptCount val="18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  <c:pt idx="15">
                  <c:v>12</c:v>
                </c:pt>
                <c:pt idx="16">
                  <c:v>13</c:v>
                </c:pt>
                <c:pt idx="17">
                  <c:v>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0"¢";[Red](0"¢")</c:formatCode>
                <c:ptCount val="18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13</c:v>
                </c:pt>
                <c:pt idx="17">
                  <c:v>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Sheet1!$A$2:$A$4</c:f>
              <c:strCache>
                <c:ptCount val="3"/>
                <c:pt idx="0">
                  <c:v>Dec 24</c:v>
                </c:pt>
                <c:pt idx="1">
                  <c:v>Sep 25</c:v>
                </c:pt>
                <c:pt idx="2">
                  <c:v>Dec 25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42</c:v>
                </c:pt>
                <c:pt idx="1">
                  <c:v>41</c:v>
                </c:pt>
                <c:pt idx="2">
                  <c:v>42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March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March · all fundraising: 13¢; Year to date (Jul to Mar 2026): 14¢. March cost 13¢ to raise each dollar, against 13¢ in February. This financial year to date it has cost 14¢ a dollar.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March · Grants: 13¢; Year to date (Jul to Mar 2026): 11¢. Grants cost 11¢ to raise each dollar this financial year to date ($63,900 of grant writing and reporting for $560,236).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March · Donations: 13¢; Year to date (Jul to Mar 2026): 15¢. Donations cost 15¢ to raise each dollar this financial year to date ($22,900 of donor campaigns for $152,600).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March · Fundraising events: –; Year to date (Jul to Mar 2026): 41¢. Fundraising events cost 41¢ to raise each dollar this financial year to date ($17,800 of event costs for $43,000).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March 2026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195572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March cost 13¢ to raise each dollar, against 13¢ in February. This financial year to date it has cost 14¢ a dollar.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195572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11¢ to raise each dollar this financial year to date ($63,900 of grant writing and reporting for $560,236).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15¢ to raise each dollar this financial year to date ($22,900 of donor campaigns for $152,600).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none raised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