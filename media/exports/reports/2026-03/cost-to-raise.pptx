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13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0"¢";[Red](0"¢")</c:formatCode>
                <c:ptCount val="18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source, March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March cost 13¢ to raise each dollar, against 13¢ in February. This financial year to date it has cost 14¢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Grants cost 11¢ to raise each dollar this financial year to date ($63,900 of grant writing and reporting for $560,236).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Donations cost 15¢ to raise each dollar this financial year to date ($22,900 of donor campaigns for $152,600).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March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Year to date (Jul to Mar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3000" b="1">
                <a:solidFill>
                  <a:srgbClr val="2F7A5D"/>
                </a:solidFill>
                <a:latin typeface="Roboto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25342A"/>
                </a:solidFill>
                <a:latin typeface="Roboto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