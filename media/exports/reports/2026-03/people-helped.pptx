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cat>
            <c:strRef>
              <c:f>Sheet1!$A$2:$A$5</c:f>
              <c:strCache>
                <c:ptCount val="4"/>
                <c:pt idx="0">
                  <c:v>Youth outreach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Community meals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80.9</c:v>
                </c:pt>
                <c:pt idx="1">
                  <c:v>85.1</c:v>
                </c:pt>
                <c:pt idx="2">
                  <c:v>85.1</c:v>
                </c:pt>
                <c:pt idx="3">
                  <c:v>88.6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#,##0;[Red](#,##0)</c:formatCode>
                <c:ptCount val="18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March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March: 412; Couldn't reach, March: 69; Share reached, March: 85.7%. 412 people were helped in March, and 69 came to a program but couldn't be helped: 85.7% reached (target 90.0%), against 90.2% in February. Youth outreach reached the smallest share: 80.9% (21 couldn't be helped). The main reason: program at capacity (29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March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396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March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11587"/>
            <a:ext cx="0" cy="1995586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607173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1308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412 people were helped in March, and 69 came to a program but couldn't be helped: 85.7% reached (target 90.0%), against 90.2% in February.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131308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reached the smallest share: 80.9% (21 couldn't be helped). The main reason: program at capacity (29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