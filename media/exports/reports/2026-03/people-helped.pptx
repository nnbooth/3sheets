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Housing support</c:v>
                </c:pt>
                <c:pt idx="1">
                  <c:v>Digital literacy</c:v>
                </c:pt>
                <c:pt idx="2">
                  <c:v>Community meals</c:v>
                </c:pt>
                <c:pt idx="3">
                  <c:v>Youth outreach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85.1</c:v>
                </c:pt>
                <c:pt idx="1">
                  <c:v>86.4</c:v>
                </c:pt>
                <c:pt idx="2">
                  <c:v>86.5</c:v>
                </c:pt>
                <c:pt idx="3">
                  <c:v>90.8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41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March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March: 412; Couldn't reach, March: 61; Share reached, March: 87.1%. 412 people were helped in March, and 61 came to a program but couldn't be helped: 87.1% reached (target 90.0%), against 90.4% in February. Housing support reached the smallest share: 85.1% (14 couldn't be helped). The main reason: program at capacity (27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March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396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87.1%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77956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80676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412 people were helped in March, and 61 came to a program but couldn't be helped: 87.1% reached (target 90.0%), against 90.4% in February.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reached the smallest share: 85.1% (14 couldn't be helped). The main reason: program at capacity (27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