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27.1</c:v>
                </c:pt>
                <c:pt idx="1">
                  <c:v>43.5</c:v>
                </c:pt>
                <c:pt idx="2">
                  <c:v>59.6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8.53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cat>
            <c:strRef>
              <c:f>Sheet1!$A$2:$A$14</c:f>
              <c:strCache>
                <c:ptCount val="13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Fortitude Valley hotel</c:v>
                </c:pt>
                <c:pt idx="7">
                  <c:v>Riverside Apartments (strata)</c:v>
                </c:pt>
                <c:pt idx="8">
                  <c:v>Newstead gym</c:v>
                </c:pt>
                <c:pt idx="9">
                  <c:v>Southbank cafe group</c:v>
                </c:pt>
                <c:pt idx="10">
                  <c:v>Ashgrove aged care</c:v>
                </c:pt>
                <c:pt idx="11">
                  <c:v>Wynnum medical centre</c:v>
                </c:pt>
                <c:pt idx="12">
                  <c:v>Carindale vet clinic</c:v>
                </c:pt>
              </c:strCache>
            </c:strRef>
          </c:cat>
          <c:val>
            <c:numRef>
              <c:f>Sheet1!$B$2:$B$14</c:f>
              <c:numCache>
                <c:formatCode>0.0"%";[Red](0.0"%")</c:formatCode>
                <c:ptCount val="13"/>
                <c:pt idx="0">
                  <c:v>58.2</c:v>
                </c:pt>
                <c:pt idx="1">
                  <c:v>58.8</c:v>
                </c:pt>
                <c:pt idx="2">
                  <c:v>58.8</c:v>
                </c:pt>
                <c:pt idx="3">
                  <c:v>59.0</c:v>
                </c:pt>
                <c:pt idx="4">
                  <c:v>59.0</c:v>
                </c:pt>
                <c:pt idx="5">
                  <c:v>59.4</c:v>
                </c:pt>
                <c:pt idx="6">
                  <c:v>59.9</c:v>
                </c:pt>
                <c:pt idx="7">
                  <c:v>59.9</c:v>
                </c:pt>
                <c:pt idx="8">
                  <c:v>59.9</c:v>
                </c:pt>
                <c:pt idx="9">
                  <c:v>60.0</c:v>
                </c:pt>
                <c:pt idx="10">
                  <c:v>60.0</c:v>
                </c:pt>
                <c:pt idx="11">
                  <c:v>61.1</c:v>
                </c:pt>
                <c:pt idx="12">
                  <c:v>62.2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1.5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7D8790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Rocklea school switchboard upgrade</c:v>
                </c:pt>
                <c:pt idx="1">
                  <c:v>Northgate townhouses switchboard upgrade</c:v>
                </c:pt>
                <c:pt idx="2">
                  <c:v>Ashgrove townhouses switchboard upgrade</c:v>
                </c:pt>
                <c:pt idx="3">
                  <c:v>Chermside school switchboard upgrade</c:v>
                </c:pt>
                <c:pt idx="4">
                  <c:v>Logan Central house LED lighting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16.9</c:v>
                </c:pt>
                <c:pt idx="1">
                  <c:v>20.2</c:v>
                </c:pt>
                <c:pt idx="2">
                  <c:v>26.5</c:v>
                </c:pt>
                <c:pt idx="3">
                  <c:v>27.8</c:v>
                </c:pt>
                <c:pt idx="4">
                  <c:v>38.2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3.9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(6)</c:v>
                </c:pt>
                <c:pt idx="1">
                  <c:v>1.5-hour call-outs (7)</c:v>
                </c:pt>
                <c:pt idx="2">
                  <c:v>2.5-hour call-outs (4)</c:v>
                </c:pt>
                <c:pt idx="3">
                  <c:v>3-hour call-outs (9)</c:v>
                </c:pt>
                <c:pt idx="4">
                  <c:v>2-hour call-outs (11)</c:v>
                </c:pt>
                <c:pt idx="5">
                  <c:v>4-hour call-outs (10)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37.2</c:v>
                </c:pt>
                <c:pt idx="1">
                  <c:v>39.7</c:v>
                </c:pt>
                <c:pt idx="2">
                  <c:v>42.8</c:v>
                </c:pt>
                <c:pt idx="3">
                  <c:v>44.2</c:v>
                </c:pt>
                <c:pt idx="4">
                  <c:v>44.3</c:v>
                </c:pt>
                <c:pt idx="5">
                  <c:v>45.6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2.4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0.0"%";[Red](0.0"%")</c:formatCode>
                <c:ptCount val="18"/>
                <c:pt idx="0">
                  <c:v>33.1</c:v>
                </c:pt>
                <c:pt idx="1">
                  <c:v>37.0</c:v>
                </c:pt>
                <c:pt idx="2">
                  <c:v>40.4</c:v>
                </c:pt>
                <c:pt idx="3">
                  <c:v>42.7</c:v>
                </c:pt>
                <c:pt idx="4">
                  <c:v>36.4</c:v>
                </c:pt>
                <c:pt idx="5">
                  <c:v>36.5</c:v>
                </c:pt>
                <c:pt idx="6">
                  <c:v>38.4</c:v>
                </c:pt>
                <c:pt idx="7">
                  <c:v>35.5</c:v>
                </c:pt>
                <c:pt idx="8">
                  <c:v>40.5</c:v>
                </c:pt>
                <c:pt idx="9">
                  <c:v>35.6</c:v>
                </c:pt>
                <c:pt idx="10">
                  <c:v>43.8</c:v>
                </c:pt>
                <c:pt idx="11">
                  <c:v>37.6</c:v>
                </c:pt>
                <c:pt idx="12">
                  <c:v>38.4</c:v>
                </c:pt>
                <c:pt idx="13">
                  <c:v>33.7</c:v>
                </c:pt>
                <c:pt idx="14">
                  <c:v>37.4</c:v>
                </c:pt>
                <c:pt idx="15">
                  <c:v>35.3</c:v>
                </c:pt>
                <c:pt idx="16">
                  <c:v>38.6</c:v>
                </c:pt>
                <c:pt idx="17">
                  <c:v>35.6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March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March's jobs made $68,158 gross margin (35.6%). Technician time not charged to jobs took ($1,092) and overheads $59,200, leaving $10,050 profit before tax (5.2% of revenue). To cover overheads, jobs need a 30.3%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March · All jobs: 35.6%; Job gross margin, February · All jobs: 38.6%; Gross margin jobs need to break even: 30.3%. In March maintenance contracts made a 59.6% job gross margin, installations made a 27.1% job gross margin, call-outs and repairs made a 43.5% job gross margin (technician time at $68 an hour, wages and all on-costs). Jobs need 30.3% just to cover overheads. Installations: 27.1% gross margin, 7.9 points under the 35.0% target: about $10,180 on $129,400 of revenue in March. It's below the 30.3% needed to cover overheads, too. Maintenance contracts: 59.6% gross margin, 24.6 points over the 35.0% target ($9,217 ahead on $37,500 in March).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March · Maintenance contracts: 59.6%; Job gross margin, February · Maintenance contracts: 59.6%; Gross margin jobs need to break even: 30.3%. All 13 contracts made more than the 35.0% job gross margin target. The thinnest was Kangaroo Point townhouses at 58.2% job gross margin: 14.0 h of technician time on a $2,400 monthly fee. The thinnest, Kangaroo Point townhouses: 58.2% gross margin, 23.3 points over the 35.0% target ($558 ahead on $2,400 in March). All maintenance contracts: 59.6% gross margin, 24.6 points over the 35.0% target ($9,217 ahead on $37,500 in March).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March 2026. The month's fee less materials and technician time at $68/hour. Target 35.0% is what to price for; break-even 30.3%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March · Installations: 27.1%; Job gross margin, February · Installations: 31.2%; Gross margin jobs need to break even: 30.3%. 4 of the 5 installation jobs invoiced in March made less than the 35.0% job gross margin target. The Rocklea school switchboard upgrade made a 16.9% job gross margin: 107.0 h of technician time ($7,276) and $2,700 of subcontractors on a $26,700 job. Jobs need 30.3% gross margin just to cover overheads. 4 installations under the 35.0% target, worth about $11,352 between them on $93,000 of revenue. The biggest gap, Rocklea school switchboard upgrade: 16.9% gross margin, 18.1 points under the 35.0% target: about $4,821 on $26,700 of revenue in March. It's below the 30.3%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March · Call-outs and repairs: 43.5%; Job gross margin, February · Call-outs and repairs: 43.8%; Gross margin jobs need to break even: 30.3%; Technician time charged, March: $16,748; Materials charged, March: $7,852. 47 call-outs in March billed $16,748 of technician time and $7,852 of materials ($6,040 at cost plus 30%), and made a 43.5% job gross margin between them. Gross margins run from 37.2% to 45.6% by length: the hourly rate covers technician time comfortably, so the gross margin mostly moves with how much material goes on the van. All call-outs: 43.5% gross margin, 8.5 points over the 35.0% target ($2,096 ahead on $24,600 in March).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March's jobs made $68,158 gross margin (35.6%). Technician time not charged to jobs took ($1,092) and overheads $59,200, leaving $10,050 profit before tax (5.2% of revenue). To cover overheads, jobs need a 30.3%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$68,158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$54,600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$55,692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($1,092)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$69,250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$10,050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$191,500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March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30.3%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(March)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7180468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083188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731943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34663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30.3%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March maintenance contracts made a 59.6% job gross margin, installations made a 27.1% job gross margin, call-outs and repairs made a 43.5% job gross margin (technician time at $68 an hour, wages and all on-costs). Jobs need 30.3%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27.1% gross margin, 7.9 points under the 35.0% target: about $10,180 on $129,400 of revenue in March. It's below the 30.3% needed to cover overheads, too. Maintenance contracts: 59.6% gross margin, 24.6 points over the 35.0% target ($9,217 ahead on $37,500 in March).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30.3%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(March)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13 contracts made more than the 35.0% job gross margin target. The thinnest was Kangaroo Point townhouses at 58.2% job gross margin: 14.0 h of technician time on a $2,400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58.2% gross margin, 23.3 points over the 35.0% target ($558 ahead on $2,400 in March). All maintenance contracts: 59.6% gross margin, 24.6 points over the 35.0% target ($9,217 ahead on $37,500 in March).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March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30.3%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7040851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43571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11074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513794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30.3%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March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27.1%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31.2%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30.3%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(March)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051612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954332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351819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254539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30.3%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 of the 5 installation jobs invoiced in March made less than the 35.0% job gross margin target. The Rocklea school switchboard upgrade made a 16.9% job gross margin: 107.0 h of technician time ($7,276) and $2,700 of subcontractors on a $26,700 job. Jobs need 30.3%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 installations under the 35.0% target, worth about $11,352 between them on $93,000 of revenue. The biggest gap, Rocklea school switchboard upgrade: 16.9% gross margin, 18.1 points under the 35.0% target: about $4,821 on $26,700 of revenue in March. It's below the 30.3%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March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30.3%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(March)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March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$16,748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68.1%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March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$7,852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$6,040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8205931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08651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19701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522421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30.3%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47 call-outs in March billed $16,748 of technician time and $7,852 of materials ($6,040 at cost plus 30%), and made a 43.5% job gross margin between them. Gross margins run from 37.2% to 45.6%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43.5% gross margin, 8.5 points over the 35.0% target ($2,096 ahead on $24,600 in March).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