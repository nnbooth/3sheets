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Volunteer coordinator</c:v>
                </c:pt>
                <c:pt idx="1">
                  <c:v>Community meals (2025-26)</c:v>
                </c:pt>
                <c:pt idx="2">
                  <c:v>Digital literacy</c:v>
                </c:pt>
                <c:pt idx="3">
                  <c:v>Youth outreach</c:v>
                </c:pt>
                <c:pt idx="4">
                  <c:v>Housing support</c:v>
                </c:pt>
              </c:strCache>
            </c:strRef>
          </c:cat>
          <c:val>
            <c:numRef>
              <c:f>Sheet1!$B$2:$B$6</c:f>
              <c:numCache>
                <c:formatCode>$#,##0;[Red]($#,##0);"-"</c:formatCode>
                <c:ptCount val="5"/>
                <c:pt idx="0">
                  <c:v>5798</c:v>
                </c:pt>
                <c:pt idx="1">
                  <c:v>8108</c:v>
                </c:pt>
                <c:pt idx="2">
                  <c:v>10732</c:v>
                </c:pt>
                <c:pt idx="3">
                  <c:v>32660</c:v>
                </c:pt>
                <c:pt idx="4">
                  <c:v>49107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6473.04999999999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30502</c:v>
                </c:pt>
                <c:pt idx="16">
                  <c:v>26508</c:v>
                </c:pt>
                <c:pt idx="17">
                  <c:v>24832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17363</c:v>
                </c:pt>
                <c:pt idx="10">
                  <c:v>21144</c:v>
                </c:pt>
                <c:pt idx="11">
                  <c:v>17537</c:v>
                </c:pt>
                <c:pt idx="12">
                  <c:v>21925</c:v>
                </c:pt>
                <c:pt idx="13">
                  <c:v>21079</c:v>
                </c:pt>
                <c:pt idx="14">
                  <c:v>19272</c:v>
                </c:pt>
                <c:pt idx="15">
                  <c:v>21157</c:v>
                </c:pt>
                <c:pt idx="16">
                  <c:v>20743</c:v>
                </c:pt>
                <c:pt idx="17">
                  <c:v>16515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5160</c:v>
                </c:pt>
                <c:pt idx="13">
                  <c:v>4585</c:v>
                </c:pt>
                <c:pt idx="14">
                  <c:v>5221</c:v>
                </c:pt>
                <c:pt idx="15">
                  <c:v>4426</c:v>
                </c:pt>
                <c:pt idx="16">
                  <c:v>5408</c:v>
                </c:pt>
                <c:pt idx="17">
                  <c:v>5427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3400</c:v>
                </c:pt>
                <c:pt idx="10">
                  <c:v>3500</c:v>
                </c:pt>
                <c:pt idx="11">
                  <c:v>4000</c:v>
                </c:pt>
                <c:pt idx="12">
                  <c:v>3200</c:v>
                </c:pt>
                <c:pt idx="13">
                  <c:v>3100</c:v>
                </c:pt>
                <c:pt idx="14">
                  <c:v>3800</c:v>
                </c:pt>
                <c:pt idx="15">
                  <c:v>3700</c:v>
                </c:pt>
                <c:pt idx="16">
                  <c:v>3100</c:v>
                </c:pt>
                <c:pt idx="17">
                  <c:v>4100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2932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March 2026. In short: Housing support costs $49,107 in full in March: $24,275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is the biggest program: $49,107 in March once its share of untied program costs and administration is added to $24,832 of grant spending. Shared costs add 97.8%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support. Housing support cost $49,107 in full in March: $24,832 paid by the State Housing Program grant, and $24,275 of shared costs no grant covers. It has spent 90.9% of its budget to date, with $278,158 left and 9 months to go. The full cost is $49,107 a month; $24,275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$32,660 in full in March: $16,515 paid by the State Department of Families grant, and $16,145 of shared costs no grant covers. It has spent 98.2% of its budget to date, with $303,265 left and 15 months to go. The full cost is $32,660 a month; $16,145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$10,732 in full in March: $5,427 paid by the Philanthropic foundation grant, and $5,305 of shared costs no grant covers. It has spent 100.8% of its budget to date, with $59,773 left and 12 months to go. The full cost is $10,732 a month; $5,305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 (2025-26). Community meals (2025-26) cost $8,108 in full in March: $4,100 paid by the Local council community grant grant, and $4,008 of shared costs no grant covers. It has spent 96.7% of its budget to date, with $12,100 left and 3 months to go. The full cost is $8,108 a month; $4,008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coordinator. Volunteer coordinator cost $5,798 in full in March: $2,932 paid by the State volunteering grant grant, and $2,866 of shared costs no grant covers. It has spent 97.7% of its budget to date, with $33,068 left and 11 months to go. The full cost is $5,798 a month; $2,866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98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In short: Housing support costs $49,107 in full in March: $24,275 more than its grant spending, once its share of shared costs is added.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752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March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021836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07670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51020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is the biggest program: $49,107 in March once its share of untied program costs and administration is added to $24,832 of grant spending. Shared costs add 97.8%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021836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076700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4351020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cost $49,107 in full in March: $24,832 paid by the State Housing Program grant, and $24,275 of shared costs no grant covers. It has spent 90.9% of its budget to date, with $278,158 left and 9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$49,107 a month; $24,275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$32,660 in full in March: $16,515 paid by the State Department of Families grant, and $16,145 of shared costs no grant covers. It has spent 98.2% of its budget to date, with $303,265 left and 15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$32,660 a month; $16,145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$10,732 in full in March: $5,427 paid by the Philanthropic foundation grant, and $5,305 of shared costs no grant covers. It has spent 100.8% of its budget to date, with $59,773 left and 12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$10,732 a month; $5,305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 (2025-26)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 (2025-26)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(2025-26) cost $8,108 in full in March: $4,100 paid by the Local council community grant grant, and $4,008 of shared costs no grant covers. It has spent 96.7% of its budget to date, with $12,100 left and 3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$8,108 a month; $4,008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coordinator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Volunteer coordinator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cost $5,798 in full in March: $2,932 paid by the State volunteering grant grant, and $2,866 of shared costs no grant covers. It has spent 97.7% of its budget to date, with $33,068 left and 11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$5,798 a month; $2,866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