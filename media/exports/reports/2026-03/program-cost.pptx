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Volunteer coordinator</c:v>
                </c:pt>
                <c:pt idx="1">
                  <c:v>Community meals (2025-26)</c:v>
                </c:pt>
                <c:pt idx="2">
                  <c:v>Digital literacy</c:v>
                </c:pt>
                <c:pt idx="3">
                  <c:v>Youth outreach</c:v>
                </c:pt>
                <c:pt idx="4">
                  <c:v>Housing support</c:v>
                </c:pt>
              </c:strCache>
            </c:strRef>
          </c:cat>
          <c:val>
            <c:numRef>
              <c:f>Sheet1!$B$2:$B$6</c:f>
              <c:numCache>
                <c:formatCode>$#,##0;[Red]($#,##0);"-"</c:formatCode>
                <c:ptCount val="5"/>
                <c:pt idx="0">
                  <c:v>5798</c:v>
                </c:pt>
                <c:pt idx="1">
                  <c:v>8108</c:v>
                </c:pt>
                <c:pt idx="2">
                  <c:v>10732</c:v>
                </c:pt>
                <c:pt idx="3">
                  <c:v>32660</c:v>
                </c:pt>
                <c:pt idx="4">
                  <c:v>49107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Volunteer coordinator</c:v>
                </c:pt>
                <c:pt idx="1">
                  <c:v>Community meals (2025-26)</c:v>
                </c:pt>
                <c:pt idx="2">
                  <c:v>Digital literacy</c:v>
                </c:pt>
                <c:pt idx="3">
                  <c:v>Youth outreach</c:v>
                </c:pt>
                <c:pt idx="4">
                  <c:v>Housing support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5.4</c:v>
                </c:pt>
                <c:pt idx="1">
                  <c:v>7.6</c:v>
                </c:pt>
                <c:pt idx="2">
                  <c:v>10.1</c:v>
                </c:pt>
                <c:pt idx="3">
                  <c:v>30.7</c:v>
                </c:pt>
                <c:pt idx="4">
                  <c:v>46.2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  <c:pt idx="15">
                  <c:v>59785</c:v>
                </c:pt>
                <c:pt idx="16">
                  <c:v>55759</c:v>
                </c:pt>
                <c:pt idx="17">
                  <c:v>53806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March 2026.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Full cost of each program, March 2026 · $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Full cost of each program, March 2026 · % of total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All programs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Housing support is the biggest program: $49,107 in March once its share of untied program costs and administration is added to $24,832 of grant spending. Shared costs add 97.8% on top of grant spending across all programs.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Housing 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Housing support cost $49,107 in full in March: $24,832 paid by the State Housing Program grant, and $24,275 of shared costs no grant covers. It has spent 90.9% of its budget to date, with $278,158 left and 9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$49,107 a month; $24,275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Youth outreach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Youth outreach cost $32,660 in full in March: $16,515 paid by the State Department of Families grant, and $16,145 of shared costs no grant covers. It has spent 98.2% of its budget to date, with $303,265 left and 15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$32,660 a month; $16,145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Digital literacy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Digital literacy cost $10,732 in full in March: $5,427 paid by the Philanthropic foundation grant, and $5,305 of shared costs no grant covers. It has spent 100.8% of its budget to date, with $59,773 left and 12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$10,732 a month; $5,305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Community meals (2025-26)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Community meals (2025-26) cost $8,108 in full in March: $4,100 paid by the Local council community grant grant, and $4,008 of shared costs no grant covers. It has spent 96.7% of its budget to date, with $12,100 left and 3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$8,108 a month; $4,008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Volunteer coordinator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Volunteer coordinator cost $5,798 in full in March: $2,932 paid by the State volunteering grant grant, and $2,866 of shared costs no grant covers. It has spent 97.7% of its budget to date, with $33,068 left and 11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$5,798 a month; $2,866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 spending, by month · Spend $ · Every program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 only (the program's direct cost). All programs includes grants that have finished.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