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0.0"%";[Red](0.0"%")</c:formatCode>
                <c:ptCount val="18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Email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55.2</c:v>
                </c:pt>
                <c:pt idx="1">
                  <c:v>60.0</c:v>
                </c:pt>
                <c:pt idx="2">
                  <c:v>71.2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March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March: 65.3%; Median wait, March: 68 min; Enquiries, March: 98. 65.3% of the 98 enquiries called back in March heard back within 2 working hours (target 80.0%), up from 61.6% in February. The median wait was 68 working minutes. 14 more enquiries would have needed a faster callback to reach the 80.0% target. Web form enquiries are the slowest: 55.2%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March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February 61.6%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72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112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65.3% of the 98 enquiries called back in March heard back within 2 working hours (target 80.0%), up from 61.6% in February. The median wait was 68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14 more enquiries would have needed a faster callback to reach the 80.0% target. Web form enquiries are the slowest: 55.2%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