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0.0"%";[Red](0.0"%")</c:formatCode>
                <c:ptCount val="18"/>
                <c:pt idx="0">
                  <c:v>1.5</c:v>
                </c:pt>
                <c:pt idx="1">
                  <c:v>1.3</c:v>
                </c:pt>
                <c:pt idx="2">
                  <c:v>1.9</c:v>
                </c:pt>
                <c:pt idx="3">
                  <c:v>2.3</c:v>
                </c:pt>
                <c:pt idx="4">
                  <c:v>2.8</c:v>
                </c:pt>
                <c:pt idx="5">
                  <c:v>2.4</c:v>
                </c:pt>
                <c:pt idx="6">
                  <c:v>3.6</c:v>
                </c:pt>
                <c:pt idx="7">
                  <c:v>2.6</c:v>
                </c:pt>
                <c:pt idx="8">
                  <c:v>2.8</c:v>
                </c:pt>
                <c:pt idx="9">
                  <c:v>2.4</c:v>
                </c:pt>
                <c:pt idx="10">
                  <c:v>4.6</c:v>
                </c:pt>
                <c:pt idx="11">
                  <c:v>3.0</c:v>
                </c:pt>
                <c:pt idx="12">
                  <c:v>4.0</c:v>
                </c:pt>
                <c:pt idx="13">
                  <c:v>3.9</c:v>
                </c:pt>
                <c:pt idx="14">
                  <c:v>3.5</c:v>
                </c:pt>
                <c:pt idx="15">
                  <c:v>3.8</c:v>
                </c:pt>
                <c:pt idx="16">
                  <c:v>5.8</c:v>
                </c:pt>
                <c:pt idx="17">
                  <c:v>5.6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Short-staffed</c:v>
                </c:pt>
                <c:pt idx="1">
                  <c:v>Paperwork and quotes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4.5</c:v>
                </c:pt>
                <c:pt idx="1">
                  <c:v>8.0</c:v>
                </c:pt>
                <c:pt idx="2">
                  <c:v>11.5</c:v>
                </c:pt>
                <c:pt idx="3">
                  <c:v>39.5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4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T6</c:v>
                </c:pt>
                <c:pt idx="1">
                  <c:v>Technician T2</c:v>
                </c:pt>
                <c:pt idx="2">
                  <c:v>Technician T4</c:v>
                </c:pt>
                <c:pt idx="3">
                  <c:v>Technician T5</c:v>
                </c:pt>
                <c:pt idx="4">
                  <c:v>Technician T3</c:v>
                </c:pt>
                <c:pt idx="5">
                  <c:v>Technician T1</c:v>
                </c:pt>
                <c:pt idx="6">
                  <c:v>Technician T7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2.0</c:v>
                </c:pt>
                <c:pt idx="1">
                  <c:v>2.5</c:v>
                </c:pt>
                <c:pt idx="2">
                  <c:v>6.5</c:v>
                </c:pt>
                <c:pt idx="3">
                  <c:v>11.0</c:v>
                </c:pt>
                <c:pt idx="4">
                  <c:v>13.0</c:v>
                </c:pt>
                <c:pt idx="5">
                  <c:v>13.5</c:v>
                </c:pt>
                <c:pt idx="6">
                  <c:v>15.0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March 2026.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March: 5.6%; Overtime hours, March: 63.5 h; March last year: 2.4%. Technicians worked 63.5 h of overtime in March, 5.6% of ordinary hours (target under 5.0%), against 5.8% in February. Over the last year it has gone from 2.4% to 5.6%. After-hours call-out is the main reason: 39.5 h, 62.2% of the overtime. Technician T7 carried the most (15.0 h). Above target by 6.9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March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March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59.0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26.0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63.5 h of overtime in March, 5.6% of ordinary hours (target under 5.0%), against 5.8% in February. Over the last year it has gone from 2.4% to 5.6%.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39.5 h, 62.2% of the overtime. Technician T7 carried the most (15.0 h). Above target by 6.9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