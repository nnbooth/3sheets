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13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  <c:pt idx="15">
                  <c:v>13100</c:v>
                </c:pt>
                <c:pt idx="16">
                  <c:v>16400</c:v>
                </c:pt>
                <c:pt idx="17">
                  <c:v>16500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March 2026.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March it cost: Grants 13¢, donations 13¢ to raise each dollar. Cheapest to raise in March: grants (13¢ a dollar). Dearest: donations (13¢).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$560,236 raised this financial year to date (74.1% of everything raised), $63,900 to raise it, so $496,336 left for programs: 11¢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$152,600 raised this financial year to date (20.2% of everything raised), $22,900 to raise it, so $129,700 left for programs: 15¢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$43,000 raised this financial year to date (5.7% of everything raised), $17,800 to raise it, so $25,200 left for programs: 41¢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Mar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March 2026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March it cost: Grants 13¢, donations 13¢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March: grants (13¢ a dollar). Dearest: donations (13¢).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$560,236 raised this financial year to date (74.1% of everything raised), $63,900 to raise it, so $496,336 left for programs: 11¢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$152,600 raised this financial year to date (20.2% of everything raised), $22,900 to raise it, so $129,700 left for programs: 15¢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$43,000 raised this financial year to date (5.7% of everything raised), $17,800 to raise it, so $25,200 left for programs: 41¢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Mar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$560,236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$63,900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$496,336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$152,600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$129,700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