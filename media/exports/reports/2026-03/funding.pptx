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March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February 2026: Locked. February 2026 is locked (closed 3 Mar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March 2026: Locked. March 2026 is locked (closed 2 Apr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March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In March it cost: Grants 13¢, donations 13¢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Cheapest to raise in March: grants (13¢ a dollar). Dearest: donations (13¢).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Grants: $560,236 raised this financial year to date (74.1% of everything raised), $63,900 to raise it, so $496,336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Donations: $152,600 raised this financial year to date (20.2% of everything raised), $22,900 to raise it, so $129,700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events: $43,000 raised this financial year to date (5.7%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Financial year to date (Jul to Mar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$560,236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$63,900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$496,336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$152,600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$129,700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