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13</c:v>
                </c:pt>
                <c:pt idx="1">
                  <c:v>13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9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26600</c:v>
                </c:pt>
                <c:pt idx="1">
                  <c:v>31800</c:v>
                </c:pt>
                <c:pt idx="2">
                  <c:v>29700</c:v>
                </c:pt>
                <c:pt idx="3">
                  <c:v>62700</c:v>
                </c:pt>
                <c:pt idx="4">
                  <c:v>61700</c:v>
                </c:pt>
                <c:pt idx="5">
                  <c:v>54500</c:v>
                </c:pt>
                <c:pt idx="6">
                  <c:v>61500</c:v>
                </c:pt>
                <c:pt idx="7">
                  <c:v>61700</c:v>
                </c:pt>
                <c:pt idx="8">
                  <c:v>52200</c:v>
                </c:pt>
                <c:pt idx="9">
                  <c:v>59063</c:v>
                </c:pt>
                <c:pt idx="10">
                  <c:v>61544</c:v>
                </c:pt>
                <c:pt idx="11">
                  <c:v>62137</c:v>
                </c:pt>
                <c:pt idx="12">
                  <c:v>69185</c:v>
                </c:pt>
                <c:pt idx="13">
                  <c:v>70164</c:v>
                </c:pt>
                <c:pt idx="14">
                  <c:v>68793</c:v>
                </c:pt>
                <c:pt idx="15">
                  <c:v>59785</c:v>
                </c:pt>
                <c:pt idx="16">
                  <c:v>55759</c:v>
                </c:pt>
                <c:pt idx="17">
                  <c:v>53806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8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15300</c:v>
                </c:pt>
                <c:pt idx="1">
                  <c:v>17700</c:v>
                </c:pt>
                <c:pt idx="2">
                  <c:v>24700</c:v>
                </c:pt>
                <c:pt idx="3">
                  <c:v>12400</c:v>
                </c:pt>
                <c:pt idx="4">
                  <c:v>15600</c:v>
                </c:pt>
                <c:pt idx="5">
                  <c:v>15700</c:v>
                </c:pt>
                <c:pt idx="6">
                  <c:v>15700</c:v>
                </c:pt>
                <c:pt idx="7">
                  <c:v>15800</c:v>
                </c:pt>
                <c:pt idx="8">
                  <c:v>38100</c:v>
                </c:pt>
                <c:pt idx="9">
                  <c:v>13500</c:v>
                </c:pt>
                <c:pt idx="10">
                  <c:v>16000</c:v>
                </c:pt>
                <c:pt idx="11">
                  <c:v>16100</c:v>
                </c:pt>
                <c:pt idx="12">
                  <c:v>16200</c:v>
                </c:pt>
                <c:pt idx="13">
                  <c:v>18700</c:v>
                </c:pt>
                <c:pt idx="14">
                  <c:v>26100</c:v>
                </c:pt>
                <c:pt idx="15">
                  <c:v>13100</c:v>
                </c:pt>
                <c:pt idx="16">
                  <c:v>16400</c:v>
                </c:pt>
                <c:pt idx="17">
                  <c:v>16500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6200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36800</c:v>
                </c:pt>
                <c:pt idx="12">
                  <c:v>0</c:v>
                </c:pt>
                <c:pt idx="13">
                  <c:v>0</c:v>
                </c:pt>
                <c:pt idx="14">
                  <c:v>6200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chasing?. Sample Community Services Ltd. Period: March 2026. In short: Grants cost 13¢ to raise each dollar in March; donations 13¢. Each source of money compared on what it raises and what it costs to raise. Pick a source and every chart, table row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sources. In March it cost: Grants 13¢, donations 13¢ to raise each dollar. Cheapest to raise in March: grants (13¢ a dollar). Dearest: donations (13¢).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Grants: $560,236 raised this financial year to date (74.1% of everything raised), $63,900 to raise it, so $496,336 left for programs: 11¢ per dollar. Most of the money, and usually the cheapest to raise, starting with grants that renew.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Donations: $152,600 raised this financial year to date (20.2% of everything raised), $22,900 to raise it, so $129,700 left for programs: 15¢ per dollar. Cheap and flexible (untied):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Fundraising events: $43,000 raised this financial year to date (5.7% of everything raised), $17,800 to raise it, so $25,200 left for programs: 41¢ per dollar. The dearest per dollar: worth measuring the new donors each event brings in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chasing?: Cheapest to raise: Grants 13¢; Dearest to raise: Donations 13¢; Raised, year to date $755,836.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 year to date (Jul to Mar 2026), by 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March 2026. In short: Grants cost 13¢ to raise each dollar in March; donations 13¢. Each source of money compared on what it raises and what it costs to raise. Pick a source and every chart, table row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March 2026 (cents)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2869692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March it cost: Grants 13¢, donations 13¢ to raise each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2869692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Cheapest to raise in March: grants (13¢ a dollar). Dearest: donations (13¢). Events are worth counting for what else they bring too (new donors, profile).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Grants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Grants: $560,236 raised this financial year to date (74.1% of everything raised), $63,900 to raise it, so $496,336 left for programs: 11¢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Most of the money, and usually the cheapest to raise, starting with grants that renew.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Donations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Donations: $152,600 raised this financial year to date (20.2% of everything raised), $22,900 to raise it, so $129,700 left for programs: 15¢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 and flexible (untied): the money that builds reserves.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Fundraising events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events: $43,000 raised this financial year to date (5.7% of everything raised), $17,800 to raise it, so $25,200 left for programs: 41¢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dearest per dollar: worth measuring the new donors each event brings in too.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Cheapest to raise: Grants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March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Dearest to raise: Donations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March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Raised, year to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$755,836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 to Mar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Financial year to date (Jul to Mar 2026), by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Raised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of raising it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Left after costs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per $1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$560,236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$63,900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$496,336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$152,600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$22,900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$129,700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15¢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$17,800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$25,200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