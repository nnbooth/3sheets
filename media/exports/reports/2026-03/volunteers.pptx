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Mental health first aid</c:v>
                </c:pt>
                <c:pt idx="3">
                  <c:v>Community meals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77.5</c:v>
                </c:pt>
                <c:pt idx="1">
                  <c:v>119.0</c:v>
                </c:pt>
                <c:pt idx="2">
                  <c:v>156.0</c:v>
                </c:pt>
                <c:pt idx="3">
                  <c:v>169.0</c:v>
                </c:pt>
                <c:pt idx="4">
                  <c:v>170.0</c:v>
                </c:pt>
                <c:pt idx="5">
                  <c:v>178.5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.27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March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March: 870.0 h; Volunteers who did a shift, March: 58; Hours per volunteer, March: 15.0 h; March last year: 444.0 h. 58 volunteers gave 870.0 h in March, against 781.0 h in February. Housing support drew the most (178.5 h, 20.5%). Volunteer coordinator had the fewest volunteer hours (77.5 h). Hours are up 95.9% on March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870.0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781.0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15.0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444.0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volunteers gave 870.0 h in March, against 781.0 h in February. Housing support drew the most (178.5 h, 20.5%).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(77.5 h). Hours are up 95.9% on March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