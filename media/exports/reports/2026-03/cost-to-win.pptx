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$#,##0;[Red]($#,##0);"-"</c:formatCode>
                <c:ptCount val="18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#,##0;[Red](#,##0)</c:formatCode>
                <c:ptCount val="18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March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$221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March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34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$227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37 new customers came from $8,400 of marketing in March, against 39 from $8,600 in February: $227 each, up from $221.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