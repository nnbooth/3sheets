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March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March 2026: $227; March last year: $247; Year to date (Jul to Mar 2026): $227. 37 new customers came from $8,400 of marketing in March, against 39 from $8,600 in February: $227 each, up from $221.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$221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new customers came from $8,400 of marketing in March, against 39 from $8,600 in February: $227 each, up from $221.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