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72</c:v>
                </c:pt>
                <c:pt idx="1">
                  <c:v>181</c:v>
                </c:pt>
                <c:pt idx="2">
                  <c:v>152</c:v>
                </c:pt>
                <c:pt idx="3">
                  <c:v>113</c:v>
                </c:pt>
                <c:pt idx="4">
                  <c:v>130</c:v>
                </c:pt>
                <c:pt idx="5">
                  <c:v>85</c:v>
                </c:pt>
                <c:pt idx="6">
                  <c:v>132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8.14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#,##0;[Red](#,##0)</c:formatCode>
                <c:ptCount val="18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  <c:pt idx="13">
                  <c:v>746</c:v>
                </c:pt>
                <c:pt idx="14">
                  <c:v>776</c:v>
                </c:pt>
                <c:pt idx="15">
                  <c:v>726</c:v>
                </c:pt>
                <c:pt idx="16">
                  <c:v>678</c:v>
                </c:pt>
                <c:pt idx="17">
                  <c:v>865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March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March: 865; Answered while staffed, March: 80.3%; Calls outside staffed hours, March: 51.3%; Median wait when answered, March: 77 sec. 865 calls for help came in during March. While the line was staffed, 80.3% were answered (target 90.0%); 51.3% of all calls came outside staffed hours and went to voicemail. The busiest time was 5 to 8pm (181 calls). 181 calls came between 5 and 8pm, when no-one is on the line. 83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March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678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March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80.3%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March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51.3%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444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March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338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865 calls for help came in during March. While the line was staffed, 80.3% were answered (target 90.0%); 51.3% of all calls came outside staffed hours and went to voicemail. The busiest time was 5 to 8pm (181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181 calls came between 5 and 8pm, when no-one is on the line. 83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