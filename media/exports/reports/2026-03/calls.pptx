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61</c:v>
                </c:pt>
                <c:pt idx="1">
                  <c:v>171</c:v>
                </c:pt>
                <c:pt idx="2">
                  <c:v>124</c:v>
                </c:pt>
                <c:pt idx="3">
                  <c:v>85</c:v>
                </c:pt>
                <c:pt idx="4">
                  <c:v>123</c:v>
                </c:pt>
                <c:pt idx="5">
                  <c:v>85</c:v>
                </c:pt>
                <c:pt idx="6">
                  <c:v>125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6.64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#,##0;[Red](#,##0)</c:formatCode>
                <c:ptCount val="18"/>
                <c:pt idx="0">
                  <c:v>659</c:v>
                </c:pt>
                <c:pt idx="1">
                  <c:v>655</c:v>
                </c:pt>
                <c:pt idx="2">
                  <c:v>685</c:v>
                </c:pt>
                <c:pt idx="3">
                  <c:v>714</c:v>
                </c:pt>
                <c:pt idx="4">
                  <c:v>683</c:v>
                </c:pt>
                <c:pt idx="5">
                  <c:v>725</c:v>
                </c:pt>
                <c:pt idx="6">
                  <c:v>620</c:v>
                </c:pt>
                <c:pt idx="7">
                  <c:v>754</c:v>
                </c:pt>
                <c:pt idx="8">
                  <c:v>783</c:v>
                </c:pt>
                <c:pt idx="9">
                  <c:v>871</c:v>
                </c:pt>
                <c:pt idx="10">
                  <c:v>852</c:v>
                </c:pt>
                <c:pt idx="11">
                  <c:v>781</c:v>
                </c:pt>
                <c:pt idx="12">
                  <c:v>792</c:v>
                </c:pt>
                <c:pt idx="13">
                  <c:v>675</c:v>
                </c:pt>
                <c:pt idx="14">
                  <c:v>725</c:v>
                </c:pt>
                <c:pt idx="15">
                  <c:v>756</c:v>
                </c:pt>
                <c:pt idx="16">
                  <c:v>763</c:v>
                </c:pt>
                <c:pt idx="17">
                  <c:v>774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March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March: 774; Answered while staffed, March: 81.0%; Calls outside staffed hours, March: 52.3%; Median wait when answered, March: 69 sec. 774 calls for help came in during March. While the line was staffed, 81.0% were answered (target 90.0%); 52.3% of all calls came outside staffed hours and went to voicemail. The busiest time was 5 to 8pm (171 calls). 171 calls came between 5 and 8pm, when no-one is on the line. 70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763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81.0%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405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March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299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774 calls for help came in during March. While the line was staffed, 81.0% were answered (target 90.0%); 52.3% of all calls came outside staffed hours and went to voicemail. The busiest time was 5 to 8pm (171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171 calls came between 5 and 8pm, when no-one is on the line. 70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