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171009</c:v>
                </c:pt>
                <c:pt idx="1">
                  <c:v>179474</c:v>
                </c:pt>
                <c:pt idx="2">
                  <c:v>143156</c:v>
                </c:pt>
                <c:pt idx="3">
                  <c:v>140909</c:v>
                </c:pt>
                <c:pt idx="4">
                  <c:v>160943</c:v>
                </c:pt>
                <c:pt idx="5">
                  <c:v>135082</c:v>
                </c:pt>
                <c:pt idx="6">
                  <c:v>124705</c:v>
                </c:pt>
                <c:pt idx="7">
                  <c:v>129816</c:v>
                </c:pt>
                <c:pt idx="8">
                  <c:v>164113</c:v>
                </c:pt>
                <c:pt idx="9">
                  <c:v>186760</c:v>
                </c:pt>
                <c:pt idx="10">
                  <c:v>139164</c:v>
                </c:pt>
                <c:pt idx="11">
                  <c:v>128255</c:v>
                </c:pt>
                <c:pt idx="12">
                  <c:v>128898</c:v>
                </c:pt>
                <c:pt idx="13">
                  <c:v>174786</c:v>
                </c:pt>
                <c:pt idx="14">
                  <c:v>135079</c:v>
                </c:pt>
                <c:pt idx="15">
                  <c:v>164780</c:v>
                </c:pt>
                <c:pt idx="16">
                  <c:v>196372</c:v>
                </c:pt>
                <c:pt idx="17">
                  <c:v>191500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24670</c:v>
                </c:pt>
                <c:pt idx="1">
                  <c:v>24670</c:v>
                </c:pt>
                <c:pt idx="2">
                  <c:v>24670</c:v>
                </c:pt>
                <c:pt idx="3">
                  <c:v>24670</c:v>
                </c:pt>
                <c:pt idx="4">
                  <c:v>27930</c:v>
                </c:pt>
                <c:pt idx="5">
                  <c:v>27930</c:v>
                </c:pt>
                <c:pt idx="6">
                  <c:v>27930</c:v>
                </c:pt>
                <c:pt idx="7">
                  <c:v>27930</c:v>
                </c:pt>
                <c:pt idx="8">
                  <c:v>31870</c:v>
                </c:pt>
                <c:pt idx="9">
                  <c:v>33200</c:v>
                </c:pt>
                <c:pt idx="10">
                  <c:v>33200</c:v>
                </c:pt>
                <c:pt idx="11">
                  <c:v>33200</c:v>
                </c:pt>
                <c:pt idx="12">
                  <c:v>35800</c:v>
                </c:pt>
                <c:pt idx="13">
                  <c:v>35800</c:v>
                </c:pt>
                <c:pt idx="14">
                  <c:v>35800</c:v>
                </c:pt>
                <c:pt idx="15">
                  <c:v>35800</c:v>
                </c:pt>
                <c:pt idx="16">
                  <c:v>37500</c:v>
                </c:pt>
                <c:pt idx="17">
                  <c:v>37500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126300</c:v>
                </c:pt>
                <c:pt idx="1">
                  <c:v>131400</c:v>
                </c:pt>
                <c:pt idx="2">
                  <c:v>92600</c:v>
                </c:pt>
                <c:pt idx="3">
                  <c:v>89400</c:v>
                </c:pt>
                <c:pt idx="4">
                  <c:v>106000</c:v>
                </c:pt>
                <c:pt idx="5">
                  <c:v>86100</c:v>
                </c:pt>
                <c:pt idx="6">
                  <c:v>74900</c:v>
                </c:pt>
                <c:pt idx="7">
                  <c:v>80300</c:v>
                </c:pt>
                <c:pt idx="8">
                  <c:v>112700</c:v>
                </c:pt>
                <c:pt idx="9">
                  <c:v>135800</c:v>
                </c:pt>
                <c:pt idx="10">
                  <c:v>86200</c:v>
                </c:pt>
                <c:pt idx="11">
                  <c:v>75100</c:v>
                </c:pt>
                <c:pt idx="12">
                  <c:v>70800</c:v>
                </c:pt>
                <c:pt idx="13">
                  <c:v>113300</c:v>
                </c:pt>
                <c:pt idx="14">
                  <c:v>69700</c:v>
                </c:pt>
                <c:pt idx="15">
                  <c:v>97500</c:v>
                </c:pt>
                <c:pt idx="16">
                  <c:v>129300</c:v>
                </c:pt>
                <c:pt idx="17">
                  <c:v>129400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20039</c:v>
                </c:pt>
                <c:pt idx="1">
                  <c:v>23404</c:v>
                </c:pt>
                <c:pt idx="2">
                  <c:v>25886</c:v>
                </c:pt>
                <c:pt idx="3">
                  <c:v>26839</c:v>
                </c:pt>
                <c:pt idx="4">
                  <c:v>27013</c:v>
                </c:pt>
                <c:pt idx="5">
                  <c:v>21052</c:v>
                </c:pt>
                <c:pt idx="6">
                  <c:v>21875</c:v>
                </c:pt>
                <c:pt idx="7">
                  <c:v>21586</c:v>
                </c:pt>
                <c:pt idx="8">
                  <c:v>19543</c:v>
                </c:pt>
                <c:pt idx="9">
                  <c:v>17760</c:v>
                </c:pt>
                <c:pt idx="10">
                  <c:v>19764</c:v>
                </c:pt>
                <c:pt idx="11">
                  <c:v>19955</c:v>
                </c:pt>
                <c:pt idx="12">
                  <c:v>22298</c:v>
                </c:pt>
                <c:pt idx="13">
                  <c:v>25686</c:v>
                </c:pt>
                <c:pt idx="14">
                  <c:v>29579</c:v>
                </c:pt>
                <c:pt idx="15">
                  <c:v>31480</c:v>
                </c:pt>
                <c:pt idx="16">
                  <c:v>29572</c:v>
                </c:pt>
                <c:pt idx="17">
                  <c:v>24600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March against March last year: 41.8%; Year to date (Jul to Mar 2026): $1,445,594; Gross margin, year to date: 37.1%. Revenue is $1,445,594 this financial year to date (Jul to Mar 2026). Maintenance contracts make the highest gross margin (59.5%); Installations the lowest (27.7%). The business needs 30.3% gross margin just to cover overheads. Installations: 27.7% gross margin, 7.3 points under the 35.0% target: about $66,607 on $907,100 of revenue this financial year to date. It's below the 30.3% needed to cover overheads, too. Maintenance contracts: 59.5% gross margin, 24.5 points over the 35.0% target ($77,852 ahead on $317,800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March against March last year: 34.3%; Year to date (Jul to Mar 2026): $317,800; Gross margin, year to date: 59.5%. Maintenance contracts brought in $317,800 this financial year to date, at a 59.5% gross margin (above the 37.1% overall). Maintenance contracts: 59.5% gross margin, 24.5 points over the 35.0% target ($77,852 ahead on $317,800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March against March last year: 50.3%; Year to date (Jul to Mar 2026): $907,100; Gross margin, year to date: 27.7%. Installations brought in $907,100 this financial year to date, at a 27.7% gross margin (below the 37.1% overall). Installations: 27.7% gross margin, 7.3 points under the 35.0% target: about $66,607 on $907,100 of revenue this financial year to date. It's below the 30.3%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March against March last year: 16.9%; Year to date (Jul to Mar 2026): $220,694; Gross margin, year to date: 43.7%. Call-outs and repairs brought in $220,694 this financial year to date, at a 43.7% gross margin (above the 37.1% overall). Call-outs and repairs: 43.7% gross margin, 8.7 points over the 35.0% target ($19,139 ahead on $220,694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Mar 2026) against the same period last year · Trades. Same period last year: Not available: the data starts October 2024. From gross margin to profit: March's jobs made $68,158 gross margin (35.6%). Technician time not charged to jobs took ($1,092) and overheads $59,200, leaving $10,050 profit before tax (5.2% of revenue). To cover overheads, jobs need a 30.3%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$191,500 against $135,082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$1,445,594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$536,342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4815840"/>
            <a:ext cx="5501487" cy="14935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$1,445,594 this financial year to date (Jul to Mar 2026). Maintenance contracts make the highest gross margin (59.5%); Installations the lowest (27.7%). The business needs 30.3%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4815840"/>
            <a:ext cx="5501487" cy="14935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487070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145024"/>
            <a:ext cx="5227167" cy="1127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27.7% gross margin, 7.3 points under the 35.0% target: about $66,607 on $907,100 of revenue this financial year to date. It's below the 30.3% needed to cover overheads, too. Maintenance contracts: 59.5% gross margin, 24.5 points over the 35.0% target ($77,852 ahead on $317,800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34.3%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$37,500 against $27,930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$317,800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59.5%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$189,082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$317,800 this financial year to date, at a 59.5%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59.5% gross margin, 24.5 points over the 35.0% target ($77,852 ahead on $317,800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50.3%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$129,400 against $86,100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$907,100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27.7%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$250,878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$907,100 this financial year to date, at a 27.7% gross margin (below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27.7% gross margin, 7.3 points under the 35.0% target: about $66,607 on $907,100 of revenue this financial year to date. It's below the 30.3% needed to cover overheads, too.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against March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16.9%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$24,600 against $21,052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$220,694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$96,382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$220,694 this financial year to date, at a 43.7% gross margin (above the 37.1%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43.7% gross margin, 8.7 points over the 35.0% target ($19,139 ahead on $220,694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Mar 2026)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March's jobs made $68,158 gross margin (35.6%). Technician time not charged to jobs took ($1,092) and overheads $59,200, leaving $10,050 profit before tax (5.2% of revenue). To cover overheads, jobs need a 30.3%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$317,800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$189,082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59.5%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$907,100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$250,878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27.7%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$220,694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43.7%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$1,445,594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$536,342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37.1%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9:35am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