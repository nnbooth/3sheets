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March against March last year: 42.4%; Year to date (Jul to Mar 2026): $734,240; Gross margin, year to date: 63.8%. Revenue is $734,240 this financial year to date (Jul to Mar 2026). Training makes the highest gross margin (74.0%); Projects the lowest (61.5%). The business needs 56.4% gross margin just to cover overheads. Projects: 61.5% gross margin, 21.5 points over the 40.0% target ($99,164 ahead on $462,140 this financial year to date). Training: 74.0% gross margin, 34.0 points over the 40.0% target ($22,260 ahead on $65,400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March against March last year: 53.5%; Year to date (Jul to Mar 2026): $462,140; Gross margin, year to date: 61.5%. Projects brought in $462,140 this financial year to date, at a 61.5% gross margin (below the 63.8% overall). Projects: 61.5% gross margin, 21.5 points over the 40.0% target ($99,164 ahead on $462,140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March against March last year: 29.8%; Year to date (Jul to Mar 2026): $206,700; Gross margin, year to date: 66.0%. Retainers brought in $206,700 this financial year to date, at a 66.0% gross margin (above the 63.8% overall). Retainers: 66.0% gross margin, 26.0 points over the 40.0% target ($53,640 ahead on $206,700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March against March last year: 0.0%; Year to date (Jul to Mar 2026): $65,400; Gross margin, year to date: 74.0%. Training brought in $65,400 this financial year to date, at a 74.0% gross margin (above the 63.8% overall). Training: 74.0% gross margin, 34.0 points over the 40.0% target ($22,260 ahead on $65,400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Mar 2026) against the same period last year · Services. Same period last year: Not available: the data starts October 2024. From gross margin to profit: March's client work made $69,145 gross margin (62.9%). Consultant time not charged to client work took $10,380 and overheads $51,560, leaving $7,205 profit before tax (6.6% of revenue). To cover overheads, client work needs a 56.4%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$109,865 against $77,175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$734,240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$468,760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$734,240 this financial year to date (Jul to Mar 2026). Training makes the highest gross margin (74.0%); Projects the lowest (61.5%). The business needs 56.4%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61.5% gross margin, 21.5 points over the 40.0% target ($99,164 ahead on $462,140 this financial year to date). Training: 74.0% gross margin, 34.0 points over the 40.0% target ($22,260 ahead on $65,400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$75,165 against $48,975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$462,140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$284,020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$462,140 this financial year to date, at a 61.5% gross margin (below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61.5% gross margin, 21.5 points over the 40.0% target ($99,164 ahead on $462,140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$206,700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$136,320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$206,700 this financial year to date, at a 66.0% gross margin (above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66.0% gross margin, 26.0 points over the 40.0% target ($53,640 ahead on $206,700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$6,400 against $6,400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$65,400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$48,420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$65,400 this financial year to date, at a 74.0% gross margin (above the 63.8%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74.0% gross margin, 34.0 points over the 40.0% target ($22,260 ahead on $65,400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client work made $69,145 gross margin (62.9%). Consultant time not charged to client work took $10,380 and overheads $51,560, leaving $7,205 profit before tax (6.6% of revenue). To cover overheads, client work needs a 56.4%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$462,140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$284,020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$206,700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$136,320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$734,240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$468,760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