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0.0"%";[Red](0.0"%")</c:formatCode>
                <c:ptCount val="20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2.5</c:v>
                </c:pt>
                <c:pt idx="1">
                  <c:v>6.0</c:v>
                </c:pt>
                <c:pt idx="2">
                  <c:v>14.5</c:v>
                </c:pt>
                <c:pt idx="3">
                  <c:v>45.0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1.74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T4</c:v>
                </c:pt>
                <c:pt idx="1">
                  <c:v>Technician T6</c:v>
                </c:pt>
                <c:pt idx="2">
                  <c:v>Technician T3</c:v>
                </c:pt>
                <c:pt idx="3">
                  <c:v>Technician T1</c:v>
                </c:pt>
                <c:pt idx="4">
                  <c:v>Technician T2</c:v>
                </c:pt>
                <c:pt idx="5">
                  <c:v>Technician T7</c:v>
                </c:pt>
                <c:pt idx="6">
                  <c:v>Technician T5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4.5</c:v>
                </c:pt>
                <c:pt idx="1">
                  <c:v>4.5</c:v>
                </c:pt>
                <c:pt idx="2">
                  <c:v>7.5</c:v>
                </c:pt>
                <c:pt idx="3">
                  <c:v>10.5</c:v>
                </c:pt>
                <c:pt idx="4">
                  <c:v>11.0</c:v>
                </c:pt>
                <c:pt idx="5">
                  <c:v>14.0</c:v>
                </c:pt>
                <c:pt idx="6">
                  <c:v>16.0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May 2026.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May: 6.7%; Overtime hours, May: 68.0 h; May last year: 3.7%. Technicians worked 68.0 h of overtime in May, 6.7% of ordinary hours (target under 5.0%), against 5.9% in April. Over the last year it has gone from 3.7% to 6.7%. After-hours call-out is the main reason: 45.0 h, 66.2% of the overtime. Technician T5 carried the most (16.0 h). Above target by 17.1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May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May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60.5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33.0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68.0 h of overtime in May, 6.7% of ordinary hours (target under 5.0%), against 5.9% in April. Over the last year it has gone from 3.7% to 6.7%.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45.0 h, 66.2% of the overtime. Technician T5 carried the most (16.0 h). Above target by 17.1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May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