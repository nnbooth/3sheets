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0.0"%";[Red](0.0"%")</c:formatCode>
                <c:ptCount val="20"/>
                <c:pt idx="0">
                  <c:v>1.5</c:v>
                </c:pt>
                <c:pt idx="1">
                  <c:v>1.3</c:v>
                </c:pt>
                <c:pt idx="2">
                  <c:v>1.9</c:v>
                </c:pt>
                <c:pt idx="3">
                  <c:v>2.3</c:v>
                </c:pt>
                <c:pt idx="4">
                  <c:v>2.8</c:v>
                </c:pt>
                <c:pt idx="5">
                  <c:v>2.4</c:v>
                </c:pt>
                <c:pt idx="6">
                  <c:v>3.6</c:v>
                </c:pt>
                <c:pt idx="7">
                  <c:v>2.6</c:v>
                </c:pt>
                <c:pt idx="8">
                  <c:v>2.8</c:v>
                </c:pt>
                <c:pt idx="9">
                  <c:v>2.4</c:v>
                </c:pt>
                <c:pt idx="10">
                  <c:v>4.6</c:v>
                </c:pt>
                <c:pt idx="11">
                  <c:v>3.0</c:v>
                </c:pt>
                <c:pt idx="12">
                  <c:v>4.0</c:v>
                </c:pt>
                <c:pt idx="13">
                  <c:v>3.9</c:v>
                </c:pt>
                <c:pt idx="14">
                  <c:v>3.5</c:v>
                </c:pt>
                <c:pt idx="15">
                  <c:v>3.8</c:v>
                </c:pt>
                <c:pt idx="16">
                  <c:v>5.8</c:v>
                </c:pt>
                <c:pt idx="17">
                  <c:v>5.6</c:v>
                </c:pt>
                <c:pt idx="18">
                  <c:v>5.8</c:v>
                </c:pt>
                <c:pt idx="19">
                  <c:v>6.5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8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8.0</c:v>
                </c:pt>
                <c:pt idx="1">
                  <c:v>11.5</c:v>
                </c:pt>
                <c:pt idx="2">
                  <c:v>13.0</c:v>
                </c:pt>
                <c:pt idx="3">
                  <c:v>34.5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9.67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T7</c:v>
                </c:pt>
                <c:pt idx="1">
                  <c:v>Technician T3</c:v>
                </c:pt>
                <c:pt idx="2">
                  <c:v>Technician T6</c:v>
                </c:pt>
                <c:pt idx="3">
                  <c:v>Technician T4</c:v>
                </c:pt>
                <c:pt idx="4">
                  <c:v>Technician T2</c:v>
                </c:pt>
                <c:pt idx="5">
                  <c:v>Technician T1</c:v>
                </c:pt>
                <c:pt idx="6">
                  <c:v>Technician T5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6.0</c:v>
                </c:pt>
                <c:pt idx="1">
                  <c:v>6.5</c:v>
                </c:pt>
                <c:pt idx="2">
                  <c:v>8.0</c:v>
                </c:pt>
                <c:pt idx="3">
                  <c:v>8.5</c:v>
                </c:pt>
                <c:pt idx="4">
                  <c:v>9.5</c:v>
                </c:pt>
                <c:pt idx="5">
                  <c:v>14.0</c:v>
                </c:pt>
                <c:pt idx="6">
                  <c:v>14.5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674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May 2026.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May: 6.5%; Overtime hours, May: 67.0 h; May last year: 2.6%. Technicians worked 67.0 h of overtime in May, 6.5% of ordinary hours (target under 5.0%), against 5.8% in April. Over the last year it has gone from 2.6% to 6.5%. After-hours call-out is the main reason: 34.5 h, 51.5% of the overtime. Technician T5 carried the most (14.5 h). Above target by 15.7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May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May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May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6.5%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May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67.0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60.0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28.0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67.0 h of overtime in May, 6.5% of ordinary hours (target under 5.0%), against 5.8% in April. Over the last year it has gone from 2.6% to 6.5%.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34.5 h, 51.5% of the overtime. Technician T5 carried the most (14.5 h). Above target by 15.7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May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May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