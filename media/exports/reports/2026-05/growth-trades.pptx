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  <c:pt idx="15">
                  <c:v>164780</c:v>
                </c:pt>
                <c:pt idx="16">
                  <c:v>196372</c:v>
                </c:pt>
                <c:pt idx="17">
                  <c:v>191500</c:v>
                </c:pt>
                <c:pt idx="18">
                  <c:v>164987</c:v>
                </c:pt>
                <c:pt idx="19">
                  <c:v>161963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  <c:pt idx="15">
                  <c:v>35800</c:v>
                </c:pt>
                <c:pt idx="16">
                  <c:v>37500</c:v>
                </c:pt>
                <c:pt idx="17">
                  <c:v>37500</c:v>
                </c:pt>
                <c:pt idx="18">
                  <c:v>37500</c:v>
                </c:pt>
                <c:pt idx="19">
                  <c:v>40500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  <c:pt idx="15">
                  <c:v>97500</c:v>
                </c:pt>
                <c:pt idx="16">
                  <c:v>129300</c:v>
                </c:pt>
                <c:pt idx="17">
                  <c:v>129400</c:v>
                </c:pt>
                <c:pt idx="18">
                  <c:v>104400</c:v>
                </c:pt>
                <c:pt idx="19">
                  <c:v>92400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  <c:pt idx="15">
                  <c:v>31480</c:v>
                </c:pt>
                <c:pt idx="16">
                  <c:v>29572</c:v>
                </c:pt>
                <c:pt idx="17">
                  <c:v>24600</c:v>
                </c:pt>
                <c:pt idx="18">
                  <c:v>23087</c:v>
                </c:pt>
                <c:pt idx="19">
                  <c:v>29063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May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May against May last year: 24.8%; Year to date (Jul to May 2026): $1,772,544; Gross margin, year to date: 37.7%. Revenue is $1,772,544 this financial year to date (Jul to May 2026). Maintenance contracts make the highest gross margin (59.5%); Installations the lowest (28.4%). The business needs 39.9% gross margin just to cover overheads. Installations: 28.4% gross margin, 6.6 points under the 35.0% target: about $72,943 on $1,103,900 of revenue this financial year to date. It's below the 39.9% needed to cover overheads, too. Maintenance contracts: 59.5% gross margin, 24.5 points over the 35.0% target ($97,010 ahead on $395,800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May against May last year: 45.0%; Year to date (Jul to May 2026): $395,800; Gross margin, year to date: 59.5%. Maintenance contracts brought in $395,800 this financial year to date, at a 59.5% gross margin (above the 37.7% overall). Maintenance contracts: 59.5% gross margin, 24.5 points over the 35.0% target ($97,010 ahead on $395,800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May against May last year: 15.1%; Year to date (Jul to May 2026): $1,103,900; Gross margin, year to date: 28.4%. Installations brought in $1,103,900 this financial year to date, at a 28.4% gross margin (below the 37.7% overall). Installations: 28.4% gross margin, 6.6 points under the 35.0% target: about $72,943 on $1,103,900 of revenue this financial year to date. It's below the 39.9%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May against May last year: 34.6%; Year to date (Jul to May 2026): $272,844; Gross margin, year to date: 43.7%. Call-outs and repairs brought in $272,844 this financial year to date, at a 43.7% gross margin (above the 37.7% overall). Call-outs and repairs: 43.7% gross margin, 8.7 points over the 35.0% target ($23,833 ahead on $272,844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May 2026) against the same period last year · Trades. Same period last year: Not available: the data starts October 2024. From gross margin to profit: May's jobs made $63,105 gross margin (39.0%). Technician time not charged to jobs took $5,402 and overheads $59,270, leaving ($1,567) profit before tax ((1.0%) of revenue). To cover overheads, jobs need a 39.9%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24.8%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$161,963 against $129,816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$1,772,544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$668,290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$1,772,544 this financial year to date (Jul to May 2026). Maintenance contracts make the highest gross margin (59.5%); Installations the lowest (28.4%). The business needs 39.9%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28.4% gross margin, 6.6 points under the 35.0% target: about $72,943 on $1,103,900 of revenue this financial year to date. It's below the 39.9% needed to cover overheads, too. Maintenance contracts: 59.5% gross margin, 24.5 points over the 35.0% target ($97,010 ahead on $395,800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$40,500 against $27,930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$395,800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$235,540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$395,800 this financial year to date, at a 59.5% gross margin (above the 37.7%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($97,010 ahead on $395,800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$92,400 against $80,300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$1,103,900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$313,422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$1,103,900 this financial year to date, at a 28.4% gross margin (below the 37.7%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28.4% gross margin, 6.6 points under the 35.0% target: about $72,943 on $1,103,900 of revenue this financial year to date. It's below the 39.9%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34.6%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$29,063 against $21,586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$272,844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$119,328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$272,844 this financial year to date, at a 43.7% gross margin (above the 37.7%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43.7% gross margin, 8.7 points over the 35.0% target ($23,833 ahead on $272,844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May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May's jobs made $63,105 gross margin (39.0%). Technician time not charged to jobs took $5,402 and overheads $59,270, leaving ($1,567) profit before tax ((1.0%) of revenue). To cover overheads, jobs need a 39.9%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$395,800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$235,540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$1,103,900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$313,422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$272,844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$119,328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$1,772,544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$668,290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37.7%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