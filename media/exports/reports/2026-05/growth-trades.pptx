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191014</c:v>
                </c:pt>
                <c:pt idx="1">
                  <c:v>200124</c:v>
                </c:pt>
                <c:pt idx="2">
                  <c:v>159406</c:v>
                </c:pt>
                <c:pt idx="3">
                  <c:v>156794</c:v>
                </c:pt>
                <c:pt idx="4">
                  <c:v>179190</c:v>
                </c:pt>
                <c:pt idx="5">
                  <c:v>150465</c:v>
                </c:pt>
                <c:pt idx="6">
                  <c:v>138865</c:v>
                </c:pt>
                <c:pt idx="7">
                  <c:v>144649</c:v>
                </c:pt>
                <c:pt idx="8">
                  <c:v>183265</c:v>
                </c:pt>
                <c:pt idx="9">
                  <c:v>208588</c:v>
                </c:pt>
                <c:pt idx="10">
                  <c:v>155118</c:v>
                </c:pt>
                <c:pt idx="11">
                  <c:v>143077</c:v>
                </c:pt>
                <c:pt idx="12">
                  <c:v>143566</c:v>
                </c:pt>
                <c:pt idx="13">
                  <c:v>194966</c:v>
                </c:pt>
                <c:pt idx="14">
                  <c:v>150283</c:v>
                </c:pt>
                <c:pt idx="15">
                  <c:v>183306</c:v>
                </c:pt>
                <c:pt idx="16">
                  <c:v>218908</c:v>
                </c:pt>
                <c:pt idx="17">
                  <c:v>213578</c:v>
                </c:pt>
                <c:pt idx="18">
                  <c:v>183967</c:v>
                </c:pt>
                <c:pt idx="19">
                  <c:v>180342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27650</c:v>
                </c:pt>
                <c:pt idx="1">
                  <c:v>27650</c:v>
                </c:pt>
                <c:pt idx="2">
                  <c:v>27650</c:v>
                </c:pt>
                <c:pt idx="3">
                  <c:v>27650</c:v>
                </c:pt>
                <c:pt idx="4">
                  <c:v>31300</c:v>
                </c:pt>
                <c:pt idx="5">
                  <c:v>31300</c:v>
                </c:pt>
                <c:pt idx="6">
                  <c:v>31300</c:v>
                </c:pt>
                <c:pt idx="7">
                  <c:v>31300</c:v>
                </c:pt>
                <c:pt idx="8">
                  <c:v>35720</c:v>
                </c:pt>
                <c:pt idx="9">
                  <c:v>37200</c:v>
                </c:pt>
                <c:pt idx="10">
                  <c:v>37200</c:v>
                </c:pt>
                <c:pt idx="11">
                  <c:v>37200</c:v>
                </c:pt>
                <c:pt idx="12">
                  <c:v>40100</c:v>
                </c:pt>
                <c:pt idx="13">
                  <c:v>40100</c:v>
                </c:pt>
                <c:pt idx="14">
                  <c:v>40100</c:v>
                </c:pt>
                <c:pt idx="15">
                  <c:v>40100</c:v>
                </c:pt>
                <c:pt idx="16">
                  <c:v>42000</c:v>
                </c:pt>
                <c:pt idx="17">
                  <c:v>42000</c:v>
                </c:pt>
                <c:pt idx="18">
                  <c:v>42000</c:v>
                </c:pt>
                <c:pt idx="19">
                  <c:v>45350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141600</c:v>
                </c:pt>
                <c:pt idx="1">
                  <c:v>147100</c:v>
                </c:pt>
                <c:pt idx="2">
                  <c:v>103700</c:v>
                </c:pt>
                <c:pt idx="3">
                  <c:v>100100</c:v>
                </c:pt>
                <c:pt idx="4">
                  <c:v>118600</c:v>
                </c:pt>
                <c:pt idx="5">
                  <c:v>96400</c:v>
                </c:pt>
                <c:pt idx="6">
                  <c:v>83900</c:v>
                </c:pt>
                <c:pt idx="7">
                  <c:v>89900</c:v>
                </c:pt>
                <c:pt idx="8">
                  <c:v>126300</c:v>
                </c:pt>
                <c:pt idx="9">
                  <c:v>152100</c:v>
                </c:pt>
                <c:pt idx="10">
                  <c:v>96500</c:v>
                </c:pt>
                <c:pt idx="11">
                  <c:v>84200</c:v>
                </c:pt>
                <c:pt idx="12">
                  <c:v>79300</c:v>
                </c:pt>
                <c:pt idx="13">
                  <c:v>126900</c:v>
                </c:pt>
                <c:pt idx="14">
                  <c:v>78100</c:v>
                </c:pt>
                <c:pt idx="15">
                  <c:v>109100</c:v>
                </c:pt>
                <c:pt idx="16">
                  <c:v>144800</c:v>
                </c:pt>
                <c:pt idx="17">
                  <c:v>144900</c:v>
                </c:pt>
                <c:pt idx="18">
                  <c:v>116900</c:v>
                </c:pt>
                <c:pt idx="19">
                  <c:v>103400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21764</c:v>
                </c:pt>
                <c:pt idx="1">
                  <c:v>25374</c:v>
                </c:pt>
                <c:pt idx="2">
                  <c:v>28056</c:v>
                </c:pt>
                <c:pt idx="3">
                  <c:v>29044</c:v>
                </c:pt>
                <c:pt idx="4">
                  <c:v>29290</c:v>
                </c:pt>
                <c:pt idx="5">
                  <c:v>22765</c:v>
                </c:pt>
                <c:pt idx="6">
                  <c:v>23665</c:v>
                </c:pt>
                <c:pt idx="7">
                  <c:v>23449</c:v>
                </c:pt>
                <c:pt idx="8">
                  <c:v>21245</c:v>
                </c:pt>
                <c:pt idx="9">
                  <c:v>19288</c:v>
                </c:pt>
                <c:pt idx="10">
                  <c:v>21418</c:v>
                </c:pt>
                <c:pt idx="11">
                  <c:v>21677</c:v>
                </c:pt>
                <c:pt idx="12">
                  <c:v>24166</c:v>
                </c:pt>
                <c:pt idx="13">
                  <c:v>27966</c:v>
                </c:pt>
                <c:pt idx="14">
                  <c:v>32083</c:v>
                </c:pt>
                <c:pt idx="15">
                  <c:v>34106</c:v>
                </c:pt>
                <c:pt idx="16">
                  <c:v>32108</c:v>
                </c:pt>
                <c:pt idx="17">
                  <c:v>26678</c:v>
                </c:pt>
                <c:pt idx="18">
                  <c:v>25067</c:v>
                </c:pt>
                <c:pt idx="19">
                  <c:v>31592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May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May against May last year: 24.7%; Year to date (Jul to May 2026): $1,975,699; Gross margin, year to date: 44.1%. Revenue is $1,975,699 this financial year to date (Jul to May 2026). Maintenance contracts make the highest gross margin (63.9%); Installations the lowest (36.1%). The business needs 45.7% gross margin just to cover overheads. Installations: 36.1% gross margin, 1.1 points over the 35.0% target ($13,052 ahead on $1,236,200 this financial year to date). Maintenance contracts: 63.9% gross margin, 28.9 points over the 35.0% target ($127,918 ahead on $443,350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May against May last year: 44.9%; Year to date (Jul to May 2026): $443,350; Gross margin, year to date: 63.9%. Maintenance contracts brought in $443,350 this financial year to date, at a 63.9% gross margin (above the 44.1% overall). Maintenance contracts: 63.9% gross margin, 28.9 points over the 35.0% target ($127,918 ahead on $443,350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May against May last year: 15.0%; Year to date (Jul to May 2026): $1,236,200; Gross margin, year to date: 36.1%. Installations brought in $1,236,200 this financial year to date, at a 36.1% gross margin (below the 44.1% overall). Installations: 36.1% gross margin, 1.1 points over the 35.0% target ($13,052 ahead on $1,236,200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May against May last year: 34.7%; Year to date (Jul to May 2026): $296,149; Gross margin, year to date: 48.2%. Call-outs and repairs brought in $296,149 this financial year to date, at a 48.2% gross margin (above the 44.1% overall). Call-outs and repairs: 48.2% gross margin, 13.2 points over the 35.0% target ($38,981 ahead on $296,149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May 2026) against the same period last year · Trades. Same period last year: Not available: the data starts October 2024. From gross margin to profit: May's jobs made $81,484 gross margin (45.2%). Technician time not charged to jobs took $23,154 and overheads $59,270, leaving ($940) profit before tax ((0.5%) of revenue). To cover overheads, jobs need a 45.7%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$180,342 against $144,649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$1,975,699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$871,445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$1,975,699 this financial year to date (Jul to May 2026). Maintenance contracts make the highest gross margin (63.9%); Installations the lowest (36.1%). The business needs 45.7%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36.1% gross margin, 1.1 points over the 35.0% target ($13,052 ahead on $1,236,200 this financial year to date). Maintenance contracts: 63.9% gross margin, 28.9 points over the 35.0% target ($127,918 ahead on $443,350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$45,350 against $31,300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$443,350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$283,090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$443,350 this financial year to date, at a 63.9% gross margin (above the 44.1%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63.9% gross margin, 28.9 points over the 35.0% target ($127,918 ahead on $443,350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$103,400 against $89,900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$1,236,200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36.1%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$445,722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$1,236,200 this financial year to date, at a 36.1% gross margin (below the 44.1%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36.1% gross margin, 1.1 points over the 35.0% target ($13,052 ahead on $1,236,200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$31,592 against $23,449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$296,149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$142,633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$296,149 this financial year to date, at a 48.2% gross margin (above the 44.1%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48.2% gross margin, 13.2 points over the 35.0% target ($38,981 ahead on $296,149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May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May's jobs made $81,484 gross margin (45.2%). Technician time not charged to jobs took $23,154 and overheads $59,270, leaving ($940) profit before tax ((0.5%) of revenue). To cover overheads, jobs need a 45.7%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$443,350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$283,090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$1,236,200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$445,722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36.1%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$296,149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$142,633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$1,975,699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$871,445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44.1%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