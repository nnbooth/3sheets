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Digital literacy</c:v>
                </c:pt>
                <c:pt idx="1">
                  <c:v>Youth outreach</c:v>
                </c:pt>
                <c:pt idx="2">
                  <c:v>Community meals</c:v>
                </c:pt>
                <c:pt idx="3">
                  <c:v>Mental health first aid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83.1</c:v>
                </c:pt>
                <c:pt idx="1">
                  <c:v>87.7</c:v>
                </c:pt>
                <c:pt idx="2">
                  <c:v>89.3</c:v>
                </c:pt>
                <c:pt idx="3">
                  <c:v>90.1</c:v>
                </c:pt>
                <c:pt idx="4">
                  <c:v>91.0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4.64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#,##0;[Red](#,##0)</c:formatCode>
                <c:ptCount val="20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May 2026. In short: 487 people helped in May; 62 couldn't be reached (88.7%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May: 487; Couldn't reach, May: 62; Share reached, May: 88.7%. 487 people were helped in May, and 62 came to a program but couldn't be helped: 88.7% reached (target 90.0%), against 84.1% in April. Digital literacy reached the smallest share: 83.1% (10 couldn't be helped). The main reason: program at capacity (22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May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487 people helped in May; 62 couldn't be reached (88.7%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491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May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88.7%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465565" y="2623108"/>
            <a:ext cx="0" cy="2333549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68285" y="495665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15356"/>
            <a:ext cx="5501487" cy="839724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487 people were helped in May, and 62 came to a program but couldn't be helped: 88.7% reached (target 90.0%), against 84.1% in April.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515356"/>
            <a:ext cx="5501487" cy="839724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reached the smallest share: 83.1% (10 couldn't be helped). The main reason: program at capacity (22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