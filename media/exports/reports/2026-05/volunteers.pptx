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Community meals</c:v>
                </c:pt>
                <c:pt idx="3">
                  <c:v>Housing support</c:v>
                </c:pt>
                <c:pt idx="4">
                  <c:v>Youth outreach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95.0</c:v>
                </c:pt>
                <c:pt idx="1">
                  <c:v>124.5</c:v>
                </c:pt>
                <c:pt idx="2">
                  <c:v>141.0</c:v>
                </c:pt>
                <c:pt idx="3">
                  <c:v>144.0</c:v>
                </c:pt>
                <c:pt idx="4">
                  <c:v>151.0</c:v>
                </c:pt>
                <c:pt idx="5">
                  <c:v>175.0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1.24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#,##0;[Red](#,##0)</c:formatCode>
                <c:ptCount val="20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  <c:pt idx="16">
                  <c:v>781.0</c:v>
                </c:pt>
                <c:pt idx="17">
                  <c:v>870.0</c:v>
                </c:pt>
                <c:pt idx="18">
                  <c:v>816.0</c:v>
                </c:pt>
                <c:pt idx="19">
                  <c:v>830.5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May 2026.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May: 830.5 h; Volunteers who did a shift, May: 59; Hours per volunteer, May: 14.1 h; May last year: 562.0 h. 59 volunteers gave 830.5 h in May, against 816.0 h in April. Mental health first aid drew the most (175.0 h, 21.1%). Volunteer coordinator had the fewest volunteer hours (95.0 h). Hours are up 47.8% on May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313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084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830.5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816.0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May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May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14.1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562.0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34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59 volunteers gave 830.5 h in May, against 816.0 h in April. Mental health first aid drew the most (175.0 h, 21.1%).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(95.0 h). Hours are up 47.8% on May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