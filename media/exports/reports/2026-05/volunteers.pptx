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Volunteer coordinator</c:v>
                </c:pt>
                <c:pt idx="1">
                  <c:v>Community meals</c:v>
                </c:pt>
                <c:pt idx="2">
                  <c:v>Youth outreach</c:v>
                </c:pt>
                <c:pt idx="3">
                  <c:v>Mental health first aid</c:v>
                </c:pt>
                <c:pt idx="4">
                  <c:v>Digital literacy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104.5</c:v>
                </c:pt>
                <c:pt idx="1">
                  <c:v>118.0</c:v>
                </c:pt>
                <c:pt idx="2">
                  <c:v>135.0</c:v>
                </c:pt>
                <c:pt idx="3">
                  <c:v>139.0</c:v>
                </c:pt>
                <c:pt idx="4">
                  <c:v>157.0</c:v>
                </c:pt>
                <c:pt idx="5">
                  <c:v>157.5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81.125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#,##0;[Red](#,##0)</c:formatCode>
                <c:ptCount val="20"/>
                <c:pt idx="0">
                  <c:v>317.5</c:v>
                </c:pt>
                <c:pt idx="1">
                  <c:v>392.0</c:v>
                </c:pt>
                <c:pt idx="2">
                  <c:v>363.5</c:v>
                </c:pt>
                <c:pt idx="3">
                  <c:v>399.0</c:v>
                </c:pt>
                <c:pt idx="4">
                  <c:v>422.0</c:v>
                </c:pt>
                <c:pt idx="5">
                  <c:v>451.5</c:v>
                </c:pt>
                <c:pt idx="6">
                  <c:v>445.0</c:v>
                </c:pt>
                <c:pt idx="7">
                  <c:v>513.0</c:v>
                </c:pt>
                <c:pt idx="8">
                  <c:v>529.0</c:v>
                </c:pt>
                <c:pt idx="9">
                  <c:v>586.0</c:v>
                </c:pt>
                <c:pt idx="10">
                  <c:v>560.5</c:v>
                </c:pt>
                <c:pt idx="11">
                  <c:v>625.5</c:v>
                </c:pt>
                <c:pt idx="12">
                  <c:v>669.5</c:v>
                </c:pt>
                <c:pt idx="13">
                  <c:v>626.5</c:v>
                </c:pt>
                <c:pt idx="14">
                  <c:v>683.0</c:v>
                </c:pt>
                <c:pt idx="15">
                  <c:v>711.5</c:v>
                </c:pt>
                <c:pt idx="16">
                  <c:v>700.0</c:v>
                </c:pt>
                <c:pt idx="17">
                  <c:v>772.0</c:v>
                </c:pt>
                <c:pt idx="18">
                  <c:v>794.5</c:v>
                </c:pt>
                <c:pt idx="19">
                  <c:v>811.0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May 2026.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May: 811.0 h; Volunteers who did a shift, May: 55; Hours per volunteer, May: 14.7 h; May last year: 513.0 h. 55 volunteers gave 811.0 h in May, against 794.5 h in April. Housing support drew the most (157.5 h, 19.4%). Volunteer coordinator had the fewest volunteer hours (104.5 h). Hours are up 58.1% on May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313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May 2026.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084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April 2026: Locked. April 2026 is locked (closed 5 May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May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May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811.0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794.5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May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April 53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May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14.7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513.0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35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55 volunteers gave 811.0 h in May, against 794.5 h in April. Housing support drew the most (157.5 h, 19.4%).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Volunteer coordinator had the fewest volunteer hours (104.5 h). Hours are up 58.1% on May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