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35.9</c:v>
                </c:pt>
                <c:pt idx="1">
                  <c:v>48.6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3, May</c:v>
                </c:pt>
                <c:pt idx="1">
                  <c:v>Installation 1, May</c:v>
                </c:pt>
                <c:pt idx="2">
                  <c:v>Installation 2, May</c:v>
                </c:pt>
                <c:pt idx="3">
                  <c:v>Installation 4, May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35.8</c:v>
                </c:pt>
                <c:pt idx="1">
                  <c:v>35.9</c:v>
                </c:pt>
                <c:pt idx="2">
                  <c:v>36.0</c:v>
                </c:pt>
                <c:pt idx="3">
                  <c:v>36.8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5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(3)</c:v>
                </c:pt>
                <c:pt idx="1">
                  <c:v>2-hour call-outs (14)</c:v>
                </c:pt>
                <c:pt idx="2">
                  <c:v>1.5-hour call-outs (4)</c:v>
                </c:pt>
                <c:pt idx="3">
                  <c:v>2.5-hour call-outs (9)</c:v>
                </c:pt>
                <c:pt idx="4">
                  <c:v>3-hour call-outs (19)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44.6</c:v>
                </c:pt>
                <c:pt idx="1">
                  <c:v>46.5</c:v>
                </c:pt>
                <c:pt idx="2">
                  <c:v>46.7</c:v>
                </c:pt>
                <c:pt idx="3">
                  <c:v>48.1</c:v>
                </c:pt>
                <c:pt idx="4">
                  <c:v>49.5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May · All jobs: 45.2%; Job gross margin, April · All jobs: 47.7%; Gross margin jobs need to break even: 45.7%. In May maintenance contracts made a 63.9% job gross margin, installations made a 35.9% job gross margin, call-outs and repairs made a 48.6% job gross margin (technician time at $68 an hour, wages and all on-costs). Jobs need 45.7% just to cover overheads. 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May · Maintenance contracts: 63.9%; Job gross margin, April · Maintenance contracts: 63.9%; Gross margin jobs need to break even: 45.7%.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May 2026. The month's fee less materials and technician time at $68/hour. Target 35.0% is what to price for; break-even 45.7%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May · Installations: 35.9%; Job gross margin, April · Installations: 41.8%; Gross margin jobs need to break even: 45.7%. 0 of the 4 installation jobs invoiced in May made less than the 35.0% job gross margin target. The Installation 3, May made a 35.8% job gross margin: 151.0 h of technician time ($10,268) and $3,100 of subcontractors on a $44,000 job. Jobs need 45.7% gross margin just to cover overheads. Every installation cleared the 35.0% target. Most profitable: Installation 4, May (36.8%).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May · Call-outs and repairs: 48.6%; Job gross margin, April · Call-outs and repairs: 48.3%; Gross margin jobs need to break even: 45.7%; Technician time charged, May: $22,908; Materials charged, May: $8,684. 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 All call-outs: 48.6% gross margin, 13.6 points over the 35.0% target ($4,301 ahead on $31,592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$23,154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$180,342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(0.5%)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0810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1082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maintenance contracts made a 63.9% job gross margin, installations made a 35.9% job gross margin, call-outs and repairs made a 48.6% job gross margin (technician time at $68 an hour, wages and all on-costs). Jobs need 45.7%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45.7%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66777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9497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96379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99099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May made less than the 35.0% job gross margin target. The Installation 3, May made a 35.8% job gross margin: 151.0 h of technician time ($10,268) and $3,100 of subcontractors on a $44,000 job. Jobs need 45.7%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4, May (36.8%).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72.5%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$6,680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1708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980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48.6% gross margin, 13.6 points over the 35.0% target ($4,301 ahead on $31,592 in May).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8:41am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