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28.3</c:v>
                </c:pt>
                <c:pt idx="1">
                  <c:v>44.1</c:v>
                </c:pt>
                <c:pt idx="2">
                  <c:v>59.5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4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Wacol logistics depot</c:v>
                </c:pt>
                <c:pt idx="6">
                  <c:v>Chermside retail centre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Southbank cafe group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59.1</c:v>
                </c:pt>
                <c:pt idx="6">
                  <c:v>59.4</c:v>
                </c:pt>
                <c:pt idx="7">
                  <c:v>59.9</c:v>
                </c:pt>
                <c:pt idx="8">
                  <c:v>59.9</c:v>
                </c:pt>
                <c:pt idx="9">
                  <c:v>59.9</c:v>
                </c:pt>
                <c:pt idx="10">
                  <c:v>60.0</c:v>
                </c:pt>
                <c:pt idx="11">
                  <c:v>60.0</c:v>
                </c:pt>
                <c:pt idx="12">
                  <c:v>61.1</c:v>
                </c:pt>
                <c:pt idx="13">
                  <c:v>62.2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1.5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3, May</c:v>
                </c:pt>
                <c:pt idx="1">
                  <c:v>Installation 1, May</c:v>
                </c:pt>
                <c:pt idx="2">
                  <c:v>Installation 2, May</c:v>
                </c:pt>
                <c:pt idx="3">
                  <c:v>Installation 4, May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28.1</c:v>
                </c:pt>
                <c:pt idx="1">
                  <c:v>28.2</c:v>
                </c:pt>
                <c:pt idx="2">
                  <c:v>28.7</c:v>
                </c:pt>
                <c:pt idx="3">
                  <c:v>29.1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8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(3)</c:v>
                </c:pt>
                <c:pt idx="1">
                  <c:v>2-hour call-outs (14)</c:v>
                </c:pt>
                <c:pt idx="2">
                  <c:v>1.5-hour call-outs (4)</c:v>
                </c:pt>
                <c:pt idx="3">
                  <c:v>2.5-hour call-outs (9)</c:v>
                </c:pt>
                <c:pt idx="4">
                  <c:v>3-hour call-outs (19)</c:v>
                </c:pt>
                <c:pt idx="5">
                  <c:v>4-hour call-outs (6)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40.6</c:v>
                </c:pt>
                <c:pt idx="1">
                  <c:v>42.2</c:v>
                </c:pt>
                <c:pt idx="2">
                  <c:v>42.5</c:v>
                </c:pt>
                <c:pt idx="3">
                  <c:v>43.7</c:v>
                </c:pt>
                <c:pt idx="4">
                  <c:v>44.9</c:v>
                </c:pt>
                <c:pt idx="5">
                  <c:v>46.5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47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33.1</c:v>
                </c:pt>
                <c:pt idx="1">
                  <c:v>37.0</c:v>
                </c:pt>
                <c:pt idx="2">
                  <c:v>40.4</c:v>
                </c:pt>
                <c:pt idx="3">
                  <c:v>42.7</c:v>
                </c:pt>
                <c:pt idx="4">
                  <c:v>36.4</c:v>
                </c:pt>
                <c:pt idx="5">
                  <c:v>36.5</c:v>
                </c:pt>
                <c:pt idx="6">
                  <c:v>38.4</c:v>
                </c:pt>
                <c:pt idx="7">
                  <c:v>35.5</c:v>
                </c:pt>
                <c:pt idx="8">
                  <c:v>40.5</c:v>
                </c:pt>
                <c:pt idx="9">
                  <c:v>35.6</c:v>
                </c:pt>
                <c:pt idx="10">
                  <c:v>43.8</c:v>
                </c:pt>
                <c:pt idx="11">
                  <c:v>37.6</c:v>
                </c:pt>
                <c:pt idx="12">
                  <c:v>38.4</c:v>
                </c:pt>
                <c:pt idx="13">
                  <c:v>33.7</c:v>
                </c:pt>
                <c:pt idx="14">
                  <c:v>37.4</c:v>
                </c:pt>
                <c:pt idx="15">
                  <c:v>35.3</c:v>
                </c:pt>
                <c:pt idx="16">
                  <c:v>38.6</c:v>
                </c:pt>
                <c:pt idx="17">
                  <c:v>35.6</c:v>
                </c:pt>
                <c:pt idx="18">
                  <c:v>41.7</c:v>
                </c:pt>
                <c:pt idx="19">
                  <c:v>39.0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May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May's jobs made $63,105 gross margin (39.0%). Technician time not charged to jobs took $5,402 and overheads $59,270, leaving ($1,567) profit before tax ((1.0%) of revenue). To cover overheads, jobs need a 39.9%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May · All jobs: 39.0%; Job gross margin, April · All jobs: 41.7%; Gross margin jobs need to break even: 39.9%. In May maintenance contracts made a 59.5% job gross margin, installations made a 28.3% job gross margin, call-outs and repairs made a 44.1% job gross margin (technician time at $68 an hour, wages and all on-costs). Jobs need 39.9% just to cover overheads. Installations: 28.3% gross margin, 6.7 points under the 35.0% target: about $6,180 on $92,400 of revenue in May. It's below the 39.9% needed to cover overheads, too. Maintenance contracts: 59.5% gross margin, 24.5 points over the 35.0% target ($9,941 ahead on $40,500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May · Maintenance contracts: 59.5%; Job gross margin, April · Maintenance contracts: 59.6%; Gross margin jobs need to break even: 39.9%. All 14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May). All maintenance contracts: 59.5% gross margin, 24.5 points over the 35.0% target ($9,941 ahead on $40,500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May 2026. The month's fee less materials and technician time at $68/hour. Target 35.0% is what to price for; break-even 39.9%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May · Installations: 28.3%; Job gross margin, April · Installations: 34.9%; Gross margin jobs need to break even: 39.9%. 4 of the 4 installation jobs invoiced in May made less than the 35.0% job gross margin target. The Installation 3, May made a 28.1% job gross margin: 151.0 h of technician time ($10,268) and $3,100 of subcontractors on a $39,300 job. Jobs need 39.9% gross margin just to cover overheads. 4 installations under the 35.0% target, worth about $6,180 between them on $92,400 of revenue. The biggest gap, Installation 3, May: 28.1% gross margin, 6.9 points under the 35.0% target: about $2,723 on $39,300 of revenue in May. It's below the 39.9%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May · Call-outs and repairs: 44.1%; Job gross margin, April · Call-outs and repairs: 43.8%; Gross margin jobs need to break even: 39.9%; Technician time charged, May: $20,379; Materials charged, May: $8,684. 55 call-outs in May billed $20,379 of technician time and $8,684 of materials ($6,680 at cost plus 30%), and made a 44.1% job gross margin between them. Gross margins run from 40.6% to 46.5% by length: the hourly rate covers technician time comfortably, so the gross margin mostly moves with how much material goes on the van. All call-outs: 44.1% gross margin, 9.1 points over the 35.0% target ($2,657 ahead on $29,063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May's jobs made $63,105 gross margin (39.0%). Technician time not charged to jobs took $5,402 and overheads $59,270, leaving ($1,567) profit before tax ((1.0%) of revenue). To cover overheads, jobs need a 39.9%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$63,105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$5,402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($1,567)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$161,963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(1.0%)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May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6082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8802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54479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57199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May maintenance contracts made a 59.5% job gross margin, installations made a 28.3% job gross margin, call-outs and repairs made a 44.1% job gross margin (technician time at $68 an hour, wages and all on-costs). Jobs need 39.9%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28.3% gross margin, 6.7 points under the 35.0% target: about $6,180 on $92,400 of revenue in May. It's below the 39.9% needed to cover overheads, too. Maintenance contracts: 59.5% gross margin, 24.5 points over the 35.0% target ($9,941 ahead on $40,500 in May).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May). All maintenance contracts: 59.5% gross margin, 24.5 points over the 35.0% target ($9,941 ahead on $40,500 in May).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39.9%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40851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571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88915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91635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28.3%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82958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3230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 of the 4 installation jobs invoiced in May made less than the 35.0% job gross margin target. The Installation 3, May made a 28.1% job gross margin: 151.0 h of technician time ($10,268) and $3,100 of subcontractors on a $39,300 job. Jobs need 39.9%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 installations under the 35.0% target, worth about $6,180 between them on $92,400 of revenue. The biggest gap, Installation 3, May: 28.1% gross margin, 6.9 points under the 35.0% target: about $2,723 on $39,300 of revenue in May. It's below the 39.9%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May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$20,379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70.1%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May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$8,684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$6,680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8121437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24157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20784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23504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39.9%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call-outs in May billed $20,379 of technician time and $8,684 of materials ($6,680 at cost plus 30%), and made a 44.1% job gross margin between them. Gross margins run from 40.6% to 46.5%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44.1% gross margin, 9.1 points over the 35.0% target ($2,657 ahead on $29,063 in May).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