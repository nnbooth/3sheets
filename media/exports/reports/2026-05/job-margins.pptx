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35.9</c:v>
                </c:pt>
                <c:pt idx="1">
                  <c:v>48.6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Installation J-2502</c:v>
                </c:pt>
                <c:pt idx="1">
                  <c:v>Installation J-2500</c:v>
                </c:pt>
                <c:pt idx="2">
                  <c:v>Installation J-2501</c:v>
                </c:pt>
                <c:pt idx="3">
                  <c:v>Installation J-2503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35.8</c:v>
                </c:pt>
                <c:pt idx="1">
                  <c:v>35.9</c:v>
                </c:pt>
                <c:pt idx="2">
                  <c:v>36.0</c:v>
                </c:pt>
                <c:pt idx="3">
                  <c:v>36.8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2.55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(3)</c:v>
                </c:pt>
                <c:pt idx="1">
                  <c:v>2-hour call-outs (14)</c:v>
                </c:pt>
                <c:pt idx="2">
                  <c:v>1.5-hour call-outs (4)</c:v>
                </c:pt>
                <c:pt idx="3">
                  <c:v>2.5-hour call-outs (9)</c:v>
                </c:pt>
                <c:pt idx="4">
                  <c:v>3-hour call-outs (19)</c:v>
                </c:pt>
                <c:pt idx="5">
                  <c:v>4-hour call-outs (6)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44.6</c:v>
                </c:pt>
                <c:pt idx="1">
                  <c:v>46.5</c:v>
                </c:pt>
                <c:pt idx="2">
                  <c:v>46.7</c:v>
                </c:pt>
                <c:pt idx="3">
                  <c:v>48.1</c:v>
                </c:pt>
                <c:pt idx="4">
                  <c:v>49.5</c:v>
                </c:pt>
                <c:pt idx="5">
                  <c:v>51.2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879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0.0"%";[Red](0.0"%")</c:formatCode>
                <c:ptCount val="20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May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May's jobs made $81,484 gross margin (45.2%). Technician time not charged to jobs took $23,154 and overheads $59,270, leaving ($940) profit before tax ((0.5%) of revenue). To cover overheads, jobs need a 45.7%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May · All jobs: 45.2%; Job gross margin, April · All jobs: 47.7%; Gross margin jobs need to break even: 45.7%. In May maintenance contracts made a 63.9% job gross margin, installations made a 35.9% job gross margin, call-outs and repairs made a 48.6% job gross margin (technician time at $68 an hour, wages and all on-costs). Jobs need 45.7% just to cover overheads. Installations: 35.9% gross margin, 0.9 points over the 35.0% target ($970 ahead on $103,400 in May). Maintenance contracts: 63.9% gross margin, 28.9 points over the 35.0% target ($13,094 ahead on $45,350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May · Maintenance contracts: 63.9%; Job gross margin, April · Maintenance contracts: 63.9%; Gross margin jobs need to break even: 45.7%.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May). All maintenance contracts: 63.9% gross margin, 28.9 points over the 35.0% target ($13,094 ahead on $45,350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May 2026. The month's fee less materials and technician time at $68/hour. Target 35.0% is what to price for; break-even 45.7%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May · Installations: 35.9%; Job gross margin, April · Installations: 41.8%; Gross margin jobs need to break even: 45.7%. 0 of the 4 installation jobs invoiced in May made less than the 35.0% job gross margin target. The Installation J-2502 made a 35.8% job gross margin: 151.0 h of technician time ($10,268) and $3,100 of subcontractors on a $44,000 job. Jobs need 45.7% gross margin just to cover overheads. Every installation cleared the 35.0% target. Most profitable: Installation J-2503 (36.8%).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May · Call-outs and repairs: 48.6%; Job gross margin, April · Call-outs and repairs: 48.3%; Gross margin jobs need to break even: 45.7%; Technician time charged, May: $22,908; Materials charged, May: $8,684. 55 call-outs in May billed $22,908 of technician time and $8,684 of materials ($6,680 at cost plus 30%), and made a 48.6% job gross margin between them. Gross margins run from 44.6% to 51.2% by length: the hourly rate covers technician time comfortably, so the gross margin mostly moves with how much material goes on the van. All call-outs: 48.6% gross margin, 13.6 points over the 35.0% target ($4,301 ahead on $31,592 in May).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May's jobs made $81,484 gross margin (45.2%). Technician time not charged to jobs took $23,154 and overheads $59,270, leaving ($940) profit before tax ((0.5%) of revenue). To cover overheads, jobs need a 45.7%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$81,484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$72,352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$23,154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$59,270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($940)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$180,342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(0.5%)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May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0810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1082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May maintenance contracts made a 63.9% job gross margin, installations made a 35.9% job gross margin, call-outs and repairs made a 48.6% job gross margin (technician time at $68 an hour, wages and all on-costs). Jobs need 45.7%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35.9% gross margin, 0.9 points over the 35.0% target ($970 ahead on $103,400 in May). Maintenance contracts: 63.9% gross margin, 28.9 points over the 35.0% target ($13,094 ahead on $45,350 in May).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May). All maintenance contracts: 63.9% gross margin, 28.9 points over the 35.0% target ($13,094 ahead on $45,350 in May).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45.7%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66777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69497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41.8%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96379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99099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4 installation jobs invoiced in May made less than the 35.0% job gross margin target. The Installation J-2502 made a 35.8% job gross margin: 151.0 h of technician time ($10,268) and $3,100 of subcontractors on a $44,000 job. Jobs need 45.7%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Installation J-2503 (36.8%).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April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(May)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May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$22,908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72.5%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May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$8,684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$6,680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728450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31170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917086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819806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45.7%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55 call-outs in May billed $22,908 of technician time and $8,684 of materials ($6,680 at cost plus 30%), and made a 48.6% job gross margin between them. Gross margins run from 44.6% to 51.2%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48.6% gross margin, 13.6 points over the 35.0% target ($4,301 ahead on $31,592 in May).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1:20pm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