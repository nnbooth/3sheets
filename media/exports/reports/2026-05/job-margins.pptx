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44.1</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26160</c:v>
                </c:pt>
                <c:pt idx="1">
                  <c:v>12829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0.0"%";[Red](0.0"%")</c:formatCode>
                <c:ptCount val="4"/>
                <c:pt idx="0">
                  <c:v>28.1</c:v>
                </c:pt>
                <c:pt idx="1">
                  <c:v>28.2</c:v>
                </c:pt>
                <c:pt idx="2">
                  <c:v>28.7</c:v>
                </c:pt>
                <c:pt idx="3">
                  <c:v>29.1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$#,##0;[Red]($#,##0);"-"</c:formatCode>
                <c:ptCount val="4"/>
                <c:pt idx="0">
                  <c:v>11032</c:v>
                </c:pt>
                <c:pt idx="1">
                  <c:v>9036</c:v>
                </c:pt>
                <c:pt idx="2">
                  <c:v>2980</c:v>
                </c:pt>
                <c:pt idx="3">
                  <c:v>3112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0.0"%";[Red](0.0"%")</c:formatCode>
                <c:ptCount val="6"/>
                <c:pt idx="0">
                  <c:v>40.6</c:v>
                </c:pt>
                <c:pt idx="1">
                  <c:v>42.2</c:v>
                </c:pt>
                <c:pt idx="2">
                  <c:v>42.5</c:v>
                </c:pt>
                <c:pt idx="3">
                  <c:v>43.7</c:v>
                </c:pt>
                <c:pt idx="4">
                  <c:v>44.9</c:v>
                </c:pt>
                <c:pt idx="5">
                  <c:v>46.5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$#,##0;[Red]($#,##0);"-"</c:formatCode>
                <c:ptCount val="6"/>
                <c:pt idx="0">
                  <c:v>303</c:v>
                </c:pt>
                <c:pt idx="1">
                  <c:v>2687</c:v>
                </c:pt>
                <c:pt idx="2">
                  <c:v>575</c:v>
                </c:pt>
                <c:pt idx="3">
                  <c:v>2085</c:v>
                </c:pt>
                <c:pt idx="4">
                  <c:v>5103</c:v>
                </c:pt>
                <c:pt idx="5">
                  <c:v>2076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May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$63,105</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$49,198</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$5,402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$57,703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($1,567)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$161,963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39.0%</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(May)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May maintenance contracts made a 59.5% job gross margin, installations made a 28.3% job gross margin, call-outs and repairs made a 44.1% job gross margin (technician time at $68 an hour, wages and all on-costs). Jobs need 39.9%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28.3% gross margin, 6.7 points under the 35.0% target: about $6,180 on $92,400 of revenue in May. It's below the 39.9% needed to cover overheads, too. Maintenance contracts: 59.5% gross margin, 24.5 points over the 35.0% target ($9,941 ahead on $40,500 in May).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(May)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May). All maintenance contracts: 59.5% gross margin, 24.5 points over the 35.0% target ($9,941 ahead on $40,500 in May).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34.9%</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(May)</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4 installation jobs invoiced in May made less than the 35.0% job gross margin target. The Installation 3, May made a 28.1% job gross margin: 151.0 h of technician time ($10,268) and $3,100 of subcontractors on a $39,300 job. Jobs need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installations under the 35.0% target, worth about $6,180 between them on $92,400 of revenue. The biggest gap, Installation 3, May: 28.1% gross margin, 6.9 points under the 35.0% target: about $2,723 on $39,300 of revenue in May. It's below the 39.9%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44.1%</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(May)</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May</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$20,379</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70.1%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May</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$8,684</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$6,680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39.9%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55 call-outs in May billed $20,379 of technician time and $8,684 of materials ($6,680 at cost plus 30%), and made a 44.1% job gross margin between them. Gross margins run from 40.6% to 46.5%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44.1% gross margin, 9.1 points over the 35.0% target ($2,657 ahead on $29,063 in May).</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