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  <c:pt idx="17">
                  <c:v>227</c:v>
                </c:pt>
                <c:pt idx="18">
                  <c:v>240</c:v>
                </c:pt>
                <c:pt idx="19">
                  <c:v>233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#,##0;[Red](#,##0)</c:formatCode>
                <c:ptCount val="20"/>
                <c:pt idx="0">
                  <c:v>34</c:v>
                </c:pt>
                <c:pt idx="1">
                  <c:v>33</c:v>
                </c:pt>
                <c:pt idx="2">
                  <c:v>37</c:v>
                </c:pt>
                <c:pt idx="3">
                  <c:v>40</c:v>
                </c:pt>
                <c:pt idx="4">
                  <c:v>35</c:v>
                </c:pt>
                <c:pt idx="5">
                  <c:v>34</c:v>
                </c:pt>
                <c:pt idx="6">
                  <c:v>30</c:v>
                </c:pt>
                <c:pt idx="7">
                  <c:v>31</c:v>
                </c:pt>
                <c:pt idx="8">
                  <c:v>32</c:v>
                </c:pt>
                <c:pt idx="9">
                  <c:v>28</c:v>
                </c:pt>
                <c:pt idx="10">
                  <c:v>36</c:v>
                </c:pt>
                <c:pt idx="11">
                  <c:v>32</c:v>
                </c:pt>
                <c:pt idx="12">
                  <c:v>33</c:v>
                </c:pt>
                <c:pt idx="13">
                  <c:v>37</c:v>
                </c:pt>
                <c:pt idx="14">
                  <c:v>45</c:v>
                </c:pt>
                <c:pt idx="15">
                  <c:v>44</c:v>
                </c:pt>
                <c:pt idx="16">
                  <c:v>39</c:v>
                </c:pt>
                <c:pt idx="17">
                  <c:v>37</c:v>
                </c:pt>
                <c:pt idx="18">
                  <c:v>35</c:v>
                </c:pt>
                <c:pt idx="19">
                  <c:v>36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May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$233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$240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May last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$271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31 new customers from $8,400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$229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win a customer, by month · $ per new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win a customer, by month · New customers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36 new customers came from $8,400 of marketing in May, against 35 from $8,400 in April: $233 each, down from $240.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