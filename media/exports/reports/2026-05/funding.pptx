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May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May it cost: Grants 10¢,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$699,210 raised this financial year to date (75.3% of everything raised), $78,100 to raise it, so $621,110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$185,800 raised this financial year to date (20.0% of everything raised), $27,300 to raise it, so $158,500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(4.6%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May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May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$928,010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May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May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$699,210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$78,100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$621,110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