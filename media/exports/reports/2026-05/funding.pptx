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  <c:pt idx="18">
                  <c:v>83329</c:v>
                </c:pt>
                <c:pt idx="19">
                  <c:v>88845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  <c:pt idx="18">
                  <c:v>74029</c:v>
                </c:pt>
                <c:pt idx="19">
                  <c:v>79545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May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May it cost: Grants 10¢, donations 13¢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May: grants (10¢ a dollar). Dearest: donations (13¢).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$699,210 raised this financial year to date (75.3% of everything raised), $78,100 to raise it, so $621,110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$185,800 raised this financial year to date (20.0% of everything raised), $27,300 to raise it, so $158,500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$43,000 raised this financial year to date (4.6%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May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$699,210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$78,100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$621,110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$185,800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$158,500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