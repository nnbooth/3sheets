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  <c:pt idx="14">
                  <c:v>101093</c:v>
                </c:pt>
                <c:pt idx="15">
                  <c:v>72885</c:v>
                </c:pt>
                <c:pt idx="16">
                  <c:v>72159</c:v>
                </c:pt>
                <c:pt idx="17">
                  <c:v>70306</c:v>
                </c:pt>
                <c:pt idx="18">
                  <c:v>83329</c:v>
                </c:pt>
                <c:pt idx="19">
                  <c:v>88845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  <c:pt idx="14">
                  <c:v>86993</c:v>
                </c:pt>
                <c:pt idx="15">
                  <c:v>63585</c:v>
                </c:pt>
                <c:pt idx="16">
                  <c:v>62859</c:v>
                </c:pt>
                <c:pt idx="17">
                  <c:v>61006</c:v>
                </c:pt>
                <c:pt idx="18">
                  <c:v>74029</c:v>
                </c:pt>
                <c:pt idx="19">
                  <c:v>79545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May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April 2026: Locked. April 2026 is locked (closed 5 May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May 2026: Locked. May 2026 is locked (closed 2 Jun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source, May 2026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In May it cost: Grants 10¢, donations 13¢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Cheapest to raise in May: grants (10¢ a dollar). Dearest: donations (13¢).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Grants: $699,210 raised this financial year to date (75.3% of everything raised), $78,100 to raise it, so $621,110 left for programs: 11¢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Donations: $185,800 raised this financial year to date (20.0% of everything raised), $27,300 to raise it, so $158,500 left for programs: 15¢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Fundraising events: $43,000 raised this financial year to date (4.6% of everything raised), $17,800 to raise it, so $25,200 left for programs: 41¢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Financial year to date (Jul to May 2026),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$699,210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$78,100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$621,110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$185,800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$27,300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$158,500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