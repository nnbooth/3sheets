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 (2025-26)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4585</c:v>
                </c:pt>
                <c:pt idx="1">
                  <c:v>6058</c:v>
                </c:pt>
                <c:pt idx="2">
                  <c:v>8022</c:v>
                </c:pt>
                <c:pt idx="3">
                  <c:v>15491</c:v>
                </c:pt>
                <c:pt idx="4">
                  <c:v>36649</c:v>
                </c:pt>
                <c:pt idx="5">
                  <c:v>54240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 (2025-26)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3.7</c:v>
                </c:pt>
                <c:pt idx="1">
                  <c:v>4.8</c:v>
                </c:pt>
                <c:pt idx="2">
                  <c:v>6.4</c:v>
                </c:pt>
                <c:pt idx="3">
                  <c:v>12.4</c:v>
                </c:pt>
                <c:pt idx="4">
                  <c:v>29.3</c:v>
                </c:pt>
                <c:pt idx="5">
                  <c:v>43.4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Full cost of each program, May 2026 · $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Full cost of each program, May 2026 · % of total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All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Housing support is the biggest program: $54,240 in May once its share of untied program costs and administration is added to $31,337 of grant spending. Shared costs add 73.1% on top of grant spending across all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Housing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Housing support cost $54,240 in full in May: $31,337 paid by the State Housing Program grant, and $22,903 of shared costs no grant covers. It has spent 91.3% of its budget to date, with $223,091 left and 7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$54,240 a month; $22,903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Youth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Youth outreach cost $36,649 in full in May: $21,174 paid by the State Department of Families grant, and $15,475 of shared costs no grant covers. It has spent 99.3% of its budget to date, with $261,640 left and 13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$36,649 a month; $15,475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Mental health first aid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Mental health first aid cost $15,491 in full in May: $8,950 paid by the Federal health program grant, and $6,541 of shared costs no grant covers. It has spent 92.7% of its budget to date, with $101,466 left and 10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$15,491 a month; $6,541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Digital literacy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Digital literacy cost $8,022 in full in May: $4,635 paid by the Philanthropic foundation grant, and $3,387 of shared costs no grant covers. It has spent 100.9% of its budget to date, with $49,629 left and 10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$8,022 a month; $3,387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Community meals (2025-26)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Community meals (2025-26) cost $6,058 in full in May: $3,500 paid by the Local council community grant grant, and $2,558 of shared costs no grant covers. It has spent 97.4% of its budget to date, with $4,700 left and 1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$6,058 a month; $2,558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Volunteer coordinator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Volunteer coordinator cost $4,585 in full in May: $2,649 paid by the State volunteering grant grant, and $1,936 of shared costs no grant covers. It has spent 101.5% of its budget to date, with $26,864 left and 9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$4,585 a month; $1,936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 spending, by month · Spend $ · Every program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 only (the program's direct cost). All programs includes grants that have finished.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