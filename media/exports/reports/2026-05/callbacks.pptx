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0.0"%";[Red](0.0"%")</c:formatCode>
                <c:ptCount val="20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Web form</c:v>
                </c:pt>
                <c:pt idx="1">
                  <c:v>Email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50.0</c:v>
                </c:pt>
                <c:pt idx="1">
                  <c:v>60.0</c:v>
                </c:pt>
                <c:pt idx="2">
                  <c:v>63.6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May 2026.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May: 58.2%; Median wait, May: 91 min; Enquiries, May: 110. 58.2% of the 110 enquiries called back in May heard back within 2 working hours (target 80.0%), down from 58.9% in April. The median wait was 91 working minutes. 24 more enquiries would have needed a faster callback to reach the 80.0% target. Web form enquiries are the slowest: 50.0%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May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58.2%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April 58.9%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90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95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58.2% of the 110 enquiries called back in May heard back within 2 working hours (target 80.0%), down from 58.9% in April. The median wait was 91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24 more enquiries would have needed a faster callback to reach the 80.0% target. Web form enquiries are the slowest: 50.0%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