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82</c:v>
                </c:pt>
                <c:pt idx="1">
                  <c:v>162</c:v>
                </c:pt>
                <c:pt idx="2">
                  <c:v>144</c:v>
                </c:pt>
                <c:pt idx="3">
                  <c:v>72</c:v>
                </c:pt>
                <c:pt idx="4">
                  <c:v>119</c:v>
                </c:pt>
                <c:pt idx="5">
                  <c:v>82</c:v>
                </c:pt>
                <c:pt idx="6">
                  <c:v>96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6.2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  <c:pt idx="19">
                  <c:v>757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May 2026. In short: 757 calls in May: 82.8% answered while staffed (target 90.0%); 55.4%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May: 757; Answered while staffed, May: 82.8%; Calls outside staffed hours, May: 55.4%; Median wait when answered, May: 84 sec. 757 calls for help came in during May. While the line was staffed, 82.8% were answered (target 90.0%); 55.4% of all calls came outside staffed hours and went to voicemail. The busiest time was 5 to 8pm (162 calls). 162 calls came between 5 and 8pm, when no-one is on the line. 58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757 calls in May: 82.8% answered while staffed (target 90.0%); 55.4% came outside staffed hours.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731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419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84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280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757 calls for help came in during May. While the line was staffed, 82.8% were answered (target 90.0%); 55.4% of all calls came outside staffed hours and went to voicemail. The busiest time was 5 to 8pm (162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162 calls came between 5 and 8pm, when no-one is on the line. 58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