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79</c:v>
                </c:pt>
                <c:pt idx="1">
                  <c:v>161</c:v>
                </c:pt>
                <c:pt idx="2">
                  <c:v>131</c:v>
                </c:pt>
                <c:pt idx="3">
                  <c:v>66</c:v>
                </c:pt>
                <c:pt idx="4">
                  <c:v>126</c:v>
                </c:pt>
                <c:pt idx="5">
                  <c:v>98</c:v>
                </c:pt>
                <c:pt idx="6">
                  <c:v>120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5.1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#,##0;[Red](#,##0)</c:formatCode>
                <c:ptCount val="20"/>
                <c:pt idx="0">
                  <c:v>659</c:v>
                </c:pt>
                <c:pt idx="1">
                  <c:v>655</c:v>
                </c:pt>
                <c:pt idx="2">
                  <c:v>685</c:v>
                </c:pt>
                <c:pt idx="3">
                  <c:v>714</c:v>
                </c:pt>
                <c:pt idx="4">
                  <c:v>683</c:v>
                </c:pt>
                <c:pt idx="5">
                  <c:v>725</c:v>
                </c:pt>
                <c:pt idx="6">
                  <c:v>620</c:v>
                </c:pt>
                <c:pt idx="7">
                  <c:v>754</c:v>
                </c:pt>
                <c:pt idx="8">
                  <c:v>783</c:v>
                </c:pt>
                <c:pt idx="9">
                  <c:v>871</c:v>
                </c:pt>
                <c:pt idx="10">
                  <c:v>852</c:v>
                </c:pt>
                <c:pt idx="11">
                  <c:v>781</c:v>
                </c:pt>
                <c:pt idx="12">
                  <c:v>792</c:v>
                </c:pt>
                <c:pt idx="13">
                  <c:v>675</c:v>
                </c:pt>
                <c:pt idx="14">
                  <c:v>725</c:v>
                </c:pt>
                <c:pt idx="15">
                  <c:v>756</c:v>
                </c:pt>
                <c:pt idx="16">
                  <c:v>763</c:v>
                </c:pt>
                <c:pt idx="17">
                  <c:v>774</c:v>
                </c:pt>
                <c:pt idx="18">
                  <c:v>751</c:v>
                </c:pt>
                <c:pt idx="19">
                  <c:v>781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May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May: 781; Answered while staffed, May: 81.0%; Calls outside staffed hours, May: 54.2%; Median wait when answered, May: 76 sec. 781 calls for help came in during May. While the line was staffed, 81.0% were answered (target 90.0%); 54.2% of all calls came outside staffed hours and went to voicemail. The busiest time was 5 to 8pm (161 calls). 161 calls came between 5 and 8pm, when no-one is on the line. 68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751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81.0%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423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May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76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290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781 calls for help came in during May. While the line was staffed, 81.0% were answered (target 90.0%); 54.2% of all calls came outside staffed hours and went to voicemail. The busiest time was 5 to 8pm (161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161 calls came between 5 and 8pm, when no-one is on the line. 68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