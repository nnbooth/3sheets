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34.1</c:v>
                </c:pt>
                <c:pt idx="1">
                  <c:v>47.7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Salisbury shop solar and battery</c:v>
                </c:pt>
                <c:pt idx="1">
                  <c:v>Coorparoo shop air-con install</c:v>
                </c:pt>
                <c:pt idx="2">
                  <c:v>Aspley cafe data cabling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26.2</c:v>
                </c:pt>
                <c:pt idx="1">
                  <c:v>39.7</c:v>
                </c:pt>
                <c:pt idx="2">
                  <c:v>44.4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(7)</c:v>
                </c:pt>
                <c:pt idx="1">
                  <c:v>1.5-hour call-outs (3)</c:v>
                </c:pt>
                <c:pt idx="2">
                  <c:v>2-hour call-outs (9)</c:v>
                </c:pt>
                <c:pt idx="3">
                  <c:v>2.5-hour call-outs (8)</c:v>
                </c:pt>
                <c:pt idx="4">
                  <c:v>3-hour call-outs (10)</c:v>
                </c:pt>
                <c:pt idx="5">
                  <c:v>4-hour call-outs (6)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41.4</c:v>
                </c:pt>
                <c:pt idx="1">
                  <c:v>42.0</c:v>
                </c:pt>
                <c:pt idx="2">
                  <c:v>44.7</c:v>
                </c:pt>
                <c:pt idx="3">
                  <c:v>48.6</c:v>
                </c:pt>
                <c:pt idx="4">
                  <c:v>50.3</c:v>
                </c:pt>
                <c:pt idx="5">
                  <c:v>50.5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October 2025. In short: Jobs made a 44.7% gross margin in October: maintenance contracts the most (63.8%), installations the least (34.1%).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October's jobs made $64,114 gross margin (44.7%). Technician time not charged to jobs took $31,056 and overheads $57,980, leaving ($24,922) profit before tax ((17.4%) of revenue). To cover overheads, jobs need a 62.0%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October · All jobs: 44.7%; Job gross margin, September · All jobs: 44.0%; Gross margin jobs need to break even: 62.0%. In October maintenance contracts made a 63.8% job gross margin, installations made a 34.1% job gross margin, call-outs and repairs made a 47.7% job gross margin (technician time at $68 an hour, wages and all on-costs). Jobs need 62.0% just to cover overheads. Installations: 34.1% gross margin, 0.9 points under the 35.0% target: about $743 on $79,300 of revenue in October. It's below the 62.0% needed to cover overheads, too. Maintenance contracts: 63.8% gross margin, 28.8 points over the 35.0% target ($11,549 ahead on $40,100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October · Maintenance contracts: 63.8%; Job gross margin, September · Maintenance contracts: 63.9%; Gross margin jobs need to break even: 62.0%.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October). All maintenance contracts: 63.8% gross margin, 28.8 points over the 35.0% target ($11,549 ahead on $40,100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October 2025. The month's fee less materials and technician time at $68/hour. Target 35.0% is what to price for; break-even 62.0%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October · Installations: 34.1%; Job gross margin, September · Installations: 34.2%; Gross margin jobs need to break even: 62.0%. 1 of the 3 installation jobs invoiced in October made less than the 35.0% job gross margin target. The Salisbury shop solar and battery made a 26.2% job gross margin: 120.0 h of technician time ($8,160) and $3,900 of subcontractors on a $39,800 job. Jobs need 62.0% gross margin just to cover overheads. 1 installation under the 35.0% target, worth about $3,490 between them on $39,800 of revenue. The biggest gap, Salisbury shop solar and battery: 26.2% gross margin, 8.8 points under the 35.0% target: about $3,490 on $39,800 of revenue in October. It's below the 62.0%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October · Call-outs and repairs: 47.7%; Job gross margin, September · Call-outs and repairs: 48.5%; Gross margin jobs need to break even: 62.0%; Technician time charged, October: $16,873; Materials charged, October: $7,293. 43 call-outs in October billed $16,873 of technician time and $7,293 of materials ($5,610 at cost plus 30%), and made a 47.7% job gross margin between them. Gross margins run from 41.4% to 50.5% by length: the hourly rate covers technician time comfortably, so the gross margin mostly moves with how much material goes on the van. All call-outs: 47.7% gross margin, 12.7 points over the 35.0% target ($3,060 ahead on $24,166 in October).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Jobs made a 44.7% gross margin in October: maintenance contracts the most (63.8%), installations the least (34.1%).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October's jobs made $64,114 gross margin (44.7%). Technician time not charged to jobs took $31,056 and overheads $57,980, leaving ($24,922) profit before tax ((17.4%) of revenue). To cover overheads, jobs need a 62.0%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$64,114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$68,218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$37,162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$31,056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$33,058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$57,980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($24,922)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$143,566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(17.4%)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October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67600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70320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October maintenance contracts made a 63.8% job gross margin, installations made a 34.1% job gross margin, call-outs and repairs made a 47.7% job gross margin (technician time at $68 an hour, wages and all on-costs). Jobs need 62.0%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34.1% gross margin, 0.9 points under the 35.0% target: about $743 on $79,300 of revenue in October. It's below the 62.0% needed to cover overheads, too. Maintenance contracts: 63.8% gross margin, 28.8 points over the 35.0% target ($11,549 ahead on $40,100 in October).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October). All maintenance contracts: 63.8% gross margin, 28.8 points over the 35.0% target ($11,549 ahead on $40,100 in October).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62.0%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257225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159945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05117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95389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of the 3 installation jobs invoiced in October made less than the 35.0% job gross margin target. The Salisbury shop solar and battery made a 26.2% job gross margin: 120.0 h of technician time ($8,160) and $3,900 of subcontractors on a $39,800 job. Jobs need 62.0%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 installation under the 35.0% target, worth about $3,490 between them on $39,800 of revenue. The biggest gap, Salisbury shop solar and battery: 26.2% gross margin, 8.8 points under the 35.0% target: about $3,490 on $39,800 of revenue in October. It's below the 62.0%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October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(October)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October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$16,873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69.8%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October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$7,293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$5,610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051175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953895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62.0%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43 call-outs in October billed $16,873 of technician time and $7,293 of materials ($5,610 at cost plus 30%), and made a 47.7% job gross margin between them. Gross margins run from 41.4% to 50.5%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47.7% gross margin, 12.7 points over the 35.0% target ($3,060 ahead on $24,166 in October).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