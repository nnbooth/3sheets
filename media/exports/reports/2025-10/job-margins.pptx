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26.1</c:v>
                </c:pt>
                <c:pt idx="1">
                  <c:v>43.3</c:v>
                </c:pt>
                <c:pt idx="2">
                  <c:v>59.5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Fortitude Valley hotel</c:v>
                </c:pt>
                <c:pt idx="7">
                  <c:v>Riverside Apartments (strata)</c:v>
                </c:pt>
                <c:pt idx="8">
                  <c:v>Newstead gym</c:v>
                </c:pt>
                <c:pt idx="9">
                  <c:v>Southbank cafe group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59.4</c:v>
                </c:pt>
                <c:pt idx="6">
                  <c:v>59.9</c:v>
                </c:pt>
                <c:pt idx="7">
                  <c:v>59.9</c:v>
                </c:pt>
                <c:pt idx="8">
                  <c:v>59.9</c:v>
                </c:pt>
                <c:pt idx="9">
                  <c:v>60.0</c:v>
                </c:pt>
                <c:pt idx="10">
                  <c:v>60.0</c:v>
                </c:pt>
                <c:pt idx="11">
                  <c:v>61.1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26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Salisbury shop solar and battery</c:v>
                </c:pt>
                <c:pt idx="1">
                  <c:v>Coorparoo shop air-con install</c:v>
                </c:pt>
                <c:pt idx="2">
                  <c:v>Aspley cafe data cabling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17.3</c:v>
                </c:pt>
                <c:pt idx="1">
                  <c:v>32.5</c:v>
                </c:pt>
                <c:pt idx="2">
                  <c:v>37.8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37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(3)</c:v>
                </c:pt>
                <c:pt idx="2">
                  <c:v>2-hour call-outs (9)</c:v>
                </c:pt>
                <c:pt idx="3">
                  <c:v>2.5-hour call-outs (8)</c:v>
                </c:pt>
                <c:pt idx="4">
                  <c:v>3-hour call-outs (10)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37.8</c:v>
                </c:pt>
                <c:pt idx="1">
                  <c:v>38.2</c:v>
                </c:pt>
                <c:pt idx="2">
                  <c:v>40.7</c:v>
                </c:pt>
                <c:pt idx="3">
                  <c:v>44.1</c:v>
                </c:pt>
                <c:pt idx="4">
                  <c:v>45.7</c:v>
                </c:pt>
                <c:pt idx="5">
                  <c:v>45.9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37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October's jobs made $49,446 gross margin (38.4%). Technician time not charged to jobs took $9,638 and overheads $57,980, leaving ($18,172) profit before tax ((14.1%) of revenue). To cover overheads, jobs need a 52.5%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· All jobs: 38.4%; Job gross margin, September · All jobs: 37.6%; Gross margin jobs need to break even: 52.5%. In October maintenance contracts made a 59.5% job gross margin, installations made a 26.1% job gross margin, call-outs and repairs made a 43.3% job gross margin (technician time at $68 an hour, wages and all on-costs). Jobs need 52.5% just to cover overheads. Installations: 26.1% gross margin, 8.9 points under the 35.0% target: about $6,268 on $70,800 of revenue in October. It's below the 52.5% needed to cover overheads, too. Maintenance contracts: 59.5% gross margin, 24.5 points over the 35.0% target ($8,754 ahead on $35,800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· Maintenance contracts: 59.5%; Job gross margin, September · Maintenance contracts: 59.5%; Gross margin jobs need to break even: 52.5%. All 12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October). All maintenance contracts: 59.5% gross margin, 24.5 points over the 35.0% target ($8,754 ahead on $35,800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2025. The month's fee less materials and technician time at $68/hour. Target 35.0% is what to price for; break-even 52.5%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· Installations: 26.1%; Job gross margin, September · Installations: 26.2%; Gross margin jobs need to break even: 52.5%. 2 of the 3 installation jobs invoiced in October made less than the 35.0% job gross margin target. The Salisbury shop solar and battery made a 17.3% job gross margin: 120.0 h of technician time ($8,160) and $3,900 of subcontractors on a $35,500 job. Jobs need 52.5% gross margin just to cover overheads. 2 installations under the 35.0% target, worth about $6,744 between them on $54,000 of revenue. The biggest gap, Salisbury shop solar and battery: 17.3% gross margin, 17.7 points under the 35.0% target: about $6,285 on $35,500 of revenue in October. It's below the 52.5%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· Call-outs and repairs: 43.3%; Job gross margin, September · Call-outs and repairs: 44.0%; Gross margin jobs need to break even: 52.5%; Technician time charged, October: $15,005; Materials charged, October: $7,293. 43 call-outs in October billed $15,005 of technician time and $7,293 of materials ($5,610 at cost plus 30%), and made a 43.3% job gross margin between them. Gross margins run from 37.8% to 45.9% by length: the hourly rate covers technician time comfortably, so the gross margin mostly moves with how much material goes on the van. All call-outs: 43.3% gross margin, 8.3 points over the 35.0% target ($1,846 ahead on $22,298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October's jobs made $49,446 gross margin (38.4%). Technician time not charged to jobs took $9,638 and overheads $57,980, leaving ($18,172) profit before tax ((14.1%) of revenue). To cover overheads, jobs need a 52.5%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$9,638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$39,808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($18,172)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$128,898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(14.1%)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6082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8802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58928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61648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52.5%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maintenance contracts made a 59.5% job gross margin, installations made a 26.1% job gross margin, call-outs and repairs made a 43.3% job gross margin (technician time at $68 an hour, wages and all on-costs). Jobs need 52.5%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26.1% gross margin, 8.9 points under the 35.0% target: about $6,268 on $70,800 of revenue in October. It's below the 52.5% needed to cover overheads, too. Maintenance contracts: 59.5% gross margin, 24.5 points over the 35.0% target ($8,754 ahead on $35,800 in October).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October). All maintenance contracts: 59.5% gross margin, 24.5 points over the 35.0% target ($8,754 ahead on $35,800 in October).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52.5%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98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01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27510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30230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52.5%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26.1%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632174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4894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52.5%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3 installation jobs invoiced in October made less than the 35.0% job gross margin target. The Salisbury shop solar and battery made a 17.3% job gross margin: 120.0 h of technician time ($8,160) and $3,900 of subcontractors on a $35,500 job. Jobs need 52.5%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$6,744 between them on $54,000 of revenue. The biggest gap, Salisbury shop solar and battery: 17.3% gross margin, 17.7 points under the 35.0% target: about $6,285 on $35,500 of revenue in October. It's below the 52.5%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$15,005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67.3%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$7,293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$5,610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3217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3489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52.5%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43 call-outs in October billed $15,005 of technician time and $7,293 of materials ($5,610 at cost plus 30%), and made a 43.3% job gross margin between them. Gross margins run from 37.8% to 45.9%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43.3% gross margin, 8.3 points over the 35.0% target ($1,846 ahead on $22,298 in October).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