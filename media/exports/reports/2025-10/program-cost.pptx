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Community meals (2025-26)</c:v>
                </c:pt>
                <c:pt idx="1">
                  <c:v>Digital literacy</c:v>
                </c:pt>
                <c:pt idx="2">
                  <c:v>Emergency relief</c:v>
                </c:pt>
                <c:pt idx="3">
                  <c:v>Youth outreach</c:v>
                </c:pt>
                <c:pt idx="4">
                  <c:v>Housing support (2025)</c:v>
                </c:pt>
              </c:strCache>
            </c:strRef>
          </c:cat>
          <c:val>
            <c:numRef>
              <c:f>Sheet1!$B$2:$B$6</c:f>
              <c:numCache>
                <c:formatCode>$#,##0;[Red]($#,##0);"-"</c:formatCode>
                <c:ptCount val="5"/>
                <c:pt idx="0">
                  <c:v>5610</c:v>
                </c:pt>
                <c:pt idx="1">
                  <c:v>9046</c:v>
                </c:pt>
                <c:pt idx="2">
                  <c:v>21563</c:v>
                </c:pt>
                <c:pt idx="3">
                  <c:v>38436</c:v>
                </c:pt>
                <c:pt idx="4">
                  <c:v>46631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3625.64999999999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31100</c:v>
                </c:pt>
                <c:pt idx="4">
                  <c:v>31300</c:v>
                </c:pt>
                <c:pt idx="5">
                  <c:v>24200</c:v>
                </c:pt>
                <c:pt idx="6">
                  <c:v>26600</c:v>
                </c:pt>
                <c:pt idx="7">
                  <c:v>30900</c:v>
                </c:pt>
                <c:pt idx="8">
                  <c:v>24100</c:v>
                </c:pt>
                <c:pt idx="9">
                  <c:v>28100</c:v>
                </c:pt>
                <c:pt idx="10">
                  <c:v>26300</c:v>
                </c:pt>
                <c:pt idx="11">
                  <c:v>27700</c:v>
                </c:pt>
                <c:pt idx="12">
                  <c:v>26600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17363</c:v>
                </c:pt>
                <c:pt idx="10">
                  <c:v>21144</c:v>
                </c:pt>
                <c:pt idx="11">
                  <c:v>17537</c:v>
                </c:pt>
                <c:pt idx="12">
                  <c:v>21925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10400</c:v>
                </c:pt>
                <c:pt idx="1">
                  <c:v>13400</c:v>
                </c:pt>
                <c:pt idx="2">
                  <c:v>11900</c:v>
                </c:pt>
                <c:pt idx="3">
                  <c:v>12700</c:v>
                </c:pt>
                <c:pt idx="4">
                  <c:v>10500</c:v>
                </c:pt>
                <c:pt idx="5">
                  <c:v>12200</c:v>
                </c:pt>
                <c:pt idx="6">
                  <c:v>13500</c:v>
                </c:pt>
                <c:pt idx="7">
                  <c:v>13200</c:v>
                </c:pt>
                <c:pt idx="8">
                  <c:v>11900</c:v>
                </c:pt>
                <c:pt idx="9">
                  <c:v>10200</c:v>
                </c:pt>
                <c:pt idx="10">
                  <c:v>10600</c:v>
                </c:pt>
                <c:pt idx="11">
                  <c:v>12900</c:v>
                </c:pt>
                <c:pt idx="12">
                  <c:v>12300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5160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3400</c:v>
                </c:pt>
                <c:pt idx="10">
                  <c:v>3500</c:v>
                </c:pt>
                <c:pt idx="11">
                  <c:v>4000</c:v>
                </c:pt>
                <c:pt idx="12">
                  <c:v>3200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each program really cost?. Sample Community Services Ltd. Period: October 2025. In short: Housing support (2025) costs $46,631 in full in October: $20,031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programs. Housing support (2025) is the biggest program: $46,631 in October once its share of untied program costs and administration is added to $26,600 of grant spending. Shared costs add 75.3% on top of grant spending across all programs. 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Housing support (2025). Housing support (2025) cost $46,631 in full in October: $26,600 paid by the State Housing Program grant, and $20,031 of shared costs no grant covers. It has spent 98.9% of its budget to date, with $59,100 left and 2 months to go. The full cost is $46,631 a month; $20,031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Youth outreach. Youth outreach cost $38,436 in full in October: $21,925 paid by the State Department of Families grant, and $16,511 of shared costs no grant covers. It has spent 97.5% of its budget to date, with $402,031 left and 20 months to go. The full cost is $38,436 a month; $16,511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Emergency relief. Emergency relief cost $21,563 in full in October: $12,300 paid by the Federal community grant grant, and $9,263 of shared costs no grant covers. It has spent 99.9% of its budget to date (spending before October 2024 taken at budget), with $24,300 left and 2 months to go. The full cost is $21,563 a month; $9,263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literacy. Digital literacy cost $9,046 in full in October: $5,160 paid by the Philanthropic foundation grant, and $3,886 of shared costs no grant covers. It has spent 103.2% of its budget to date, with $84,840 left and 17 months to go. The full cost is $9,046 a month; $3,886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meals (2025-26). Community meals (2025-26) cost $5,610 in full in October: $3,200 paid by the Local council community grant grant, and $2,410 of shared costs no grant covers. It has spent 96.1% of its budget to date, with $29,900 left and 8 months to go. The full cost is $5,610 a month; $2,410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98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2025. In short: Housing support (2025) costs $46,631 in full in October: $20,031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752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2025: Locked. September 2025 is locked (closed 2 Oct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Full cost of each program, October 2025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021836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407670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51020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(2025) is the biggest program: $46,631 in October once its share of untied program costs and administration is added to $26,600 of grant spending. Shared costs add 75.3% on top of grant spending across all programs.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4021836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407670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4351020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Housing support (2025)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Housing support (2025)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(2025) cost $46,631 in full in October: $26,600 paid by the State Housing Program grant, and $20,031 of shared costs no grant covers. It has spent 98.9% of its budget to date, with $59,100 left and 2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$46,631 a month; $20,031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Youth outreach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Youth outreach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cost $38,436 in full in October: $21,925 paid by the State Department of Families grant, and $16,511 of shared costs no grant covers. It has spent 97.5% of its budget to date, with $402,031 left and 20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$38,436 a month; $16,511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Emergency relief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Emergency relief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4457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815840"/>
            <a:ext cx="5501487" cy="14935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Emergency relief cost $21,563 in full in October: $12,300 paid by the Federal community grant grant, and $9,263 of shared costs no grant covers. It has spent 99.9% of its budget to date (spending before October 2024 taken at budget), with $24,300 left and 2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4815840"/>
            <a:ext cx="5501487" cy="14935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$21,563 a month; $9,263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Digital literacy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Digital literacy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cost $9,046 in full in October: $5,160 paid by the Philanthropic foundation grant, and $3,886 of shared costs no grant covers. It has spent 103.2% of its budget to date, with $84,840 left and 17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$9,046 a month; $3,886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Community meals (2025-26)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Community meals (2025-26)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(2025-26) cost $5,610 in full in October: $3,200 paid by the Local council community grant grant, and $2,410 of shared costs no grant covers. It has spent 96.1% of its budget to date, with $29,900 left and 8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$5,610 a month; $2,410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