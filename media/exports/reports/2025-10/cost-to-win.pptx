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2025.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2025: Locked. September 2025 is locked (closed 2 Oct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$269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34 new customers from $8,600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33 new customers came from $8,600 of marketing in October, against 32 from $8,600 in September: $261 each, down from $269.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