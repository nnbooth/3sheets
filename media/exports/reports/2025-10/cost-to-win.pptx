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#,##0;[Red](#,##0)</c:formatCode>
                <c:ptCount val="13"/>
                <c:pt idx="0">
                  <c:v>34</c:v>
                </c:pt>
                <c:pt idx="1">
                  <c:v>33</c:v>
                </c:pt>
                <c:pt idx="2">
                  <c:v>37</c:v>
                </c:pt>
                <c:pt idx="3">
                  <c:v>40</c:v>
                </c:pt>
                <c:pt idx="4">
                  <c:v>35</c:v>
                </c:pt>
                <c:pt idx="5">
                  <c:v>34</c:v>
                </c:pt>
                <c:pt idx="6">
                  <c:v>30</c:v>
                </c:pt>
                <c:pt idx="7">
                  <c:v>31</c:v>
                </c:pt>
                <c:pt idx="8">
                  <c:v>32</c:v>
                </c:pt>
                <c:pt idx="9">
                  <c:v>28</c:v>
                </c:pt>
                <c:pt idx="10">
                  <c:v>36</c:v>
                </c:pt>
                <c:pt idx="11">
                  <c:v>32</c:v>
                </c:pt>
                <c:pt idx="12">
                  <c:v>33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2025: Locked. September 2025 is locked (closed 2 Oct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October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$269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October last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$253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34 new customers from $8,600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win a customer, by month · $ per new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win a customer, by month · New 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33 new customers came from $8,600 of marketing in October, against 32 from $8,600 in September: $261 each, down from $269.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