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October against October last year: (24.8%); Year to date (Jul to Oct 2025): $650,349; Gross margin, year to date: 44.9%. Revenue is $650,349 this financial year to date (Jul to Oct 2025). Maintenance contracts make the highest gross margin (63.8%); Installations the lowest (37.3%). The business needs 62.0% gross margin just to cover overheads. Installations: 37.3% gross margin, 2.3 points over the 35.0% target ($9,627 ahead on $412,100 this financial year to date). Maintenance contracts: 63.8% gross margin, 28.8 points over the 35.0% target ($43,751 ahead on $151,700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October against October last year: 45.0%; Year to date (Jul to Oct 2025): $151,700; Gross margin, year to date: 63.8%. Maintenance contracts brought in $151,700 this financial year to date, at a 63.8% gross margin (above the 44.9% overall). Maintenance contracts: 63.8% gross margin, 28.8 points over the 35.0% target ($43,751 ahead on $151,700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October against October last year: (44.0%); Year to date (Jul to Oct 2025): $412,100; Gross margin, year to date: 37.3%. Installations brought in $412,100 this financial year to date, at a 37.3% gross margin (below the 44.9% overall). Installations: 37.3% gross margin, 2.3 points over the 35.0% target ($9,627 ahead on $412,100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October against October last year: 11.0%; Year to date (Jul to Oct 2025): $86,549; Gross margin, year to date: 48.0%. Call-outs and repairs brought in $86,549 this financial year to date, at a 48.0% gross margin (above the 44.9% overall). Call-outs and repairs: 48.0% gross margin, 13.0 points over the 35.0% target ($11,259 ahead on $86,549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Oct 2025) against the same period last year · Trades. Same period last year: Not available: the data starts October 2024. From gross margin to profit: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$143,566 against $191,014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$650,349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$292,259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$650,349 this financial year to date (Jul to Oct 2025). Maintenance contracts make the highest gross margin (63.8%); Installations the lowest (37.3%). The business needs 62.0%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37.3% gross margin, 2.3 points over the 35.0% target ($9,627 ahead on $412,100 this financial year to date). Maintenance contracts: 63.8% gross margin, 28.8 points over the 35.0% target ($43,751 ahead on $151,700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$40,100 against $27,650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$151,700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$96,846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$151,700 this financial year to date, at a 63.8%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63.8% gross margin, 28.8 points over the 35.0% target ($43,751 ahead on $151,700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(44.0%)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$79,300 against $141,600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$412,100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$153,862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$412,100 this financial year to date, at a 37.3% gross margin (below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37.3% gross margin, 2.3 points over the 35.0% target ($9,627 ahead on $412,100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against October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$24,166 against $21,764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$86,549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$41,551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$86,549 this financial year to date, at a 48.0% gross margin (above the 44.9%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48.0% gross margin, 13.0 points over the 35.0% target ($11,259 ahead on $86,549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Oct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$153,862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$41,551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$650,349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$292,259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