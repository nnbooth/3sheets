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171009</c:v>
                </c:pt>
                <c:pt idx="1">
                  <c:v>179474</c:v>
                </c:pt>
                <c:pt idx="2">
                  <c:v>143156</c:v>
                </c:pt>
                <c:pt idx="3">
                  <c:v>140909</c:v>
                </c:pt>
                <c:pt idx="4">
                  <c:v>160943</c:v>
                </c:pt>
                <c:pt idx="5">
                  <c:v>135082</c:v>
                </c:pt>
                <c:pt idx="6">
                  <c:v>124705</c:v>
                </c:pt>
                <c:pt idx="7">
                  <c:v>129816</c:v>
                </c:pt>
                <c:pt idx="8">
                  <c:v>164113</c:v>
                </c:pt>
                <c:pt idx="9">
                  <c:v>186760</c:v>
                </c:pt>
                <c:pt idx="10">
                  <c:v>139164</c:v>
                </c:pt>
                <c:pt idx="11">
                  <c:v>128255</c:v>
                </c:pt>
                <c:pt idx="12">
                  <c:v>128898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24670</c:v>
                </c:pt>
                <c:pt idx="1">
                  <c:v>24670</c:v>
                </c:pt>
                <c:pt idx="2">
                  <c:v>24670</c:v>
                </c:pt>
                <c:pt idx="3">
                  <c:v>24670</c:v>
                </c:pt>
                <c:pt idx="4">
                  <c:v>27930</c:v>
                </c:pt>
                <c:pt idx="5">
                  <c:v>27930</c:v>
                </c:pt>
                <c:pt idx="6">
                  <c:v>27930</c:v>
                </c:pt>
                <c:pt idx="7">
                  <c:v>27930</c:v>
                </c:pt>
                <c:pt idx="8">
                  <c:v>31870</c:v>
                </c:pt>
                <c:pt idx="9">
                  <c:v>33200</c:v>
                </c:pt>
                <c:pt idx="10">
                  <c:v>33200</c:v>
                </c:pt>
                <c:pt idx="11">
                  <c:v>33200</c:v>
                </c:pt>
                <c:pt idx="12">
                  <c:v>35800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126300</c:v>
                </c:pt>
                <c:pt idx="1">
                  <c:v>131400</c:v>
                </c:pt>
                <c:pt idx="2">
                  <c:v>92600</c:v>
                </c:pt>
                <c:pt idx="3">
                  <c:v>89400</c:v>
                </c:pt>
                <c:pt idx="4">
                  <c:v>106000</c:v>
                </c:pt>
                <c:pt idx="5">
                  <c:v>86100</c:v>
                </c:pt>
                <c:pt idx="6">
                  <c:v>74900</c:v>
                </c:pt>
                <c:pt idx="7">
                  <c:v>80300</c:v>
                </c:pt>
                <c:pt idx="8">
                  <c:v>112700</c:v>
                </c:pt>
                <c:pt idx="9">
                  <c:v>135800</c:v>
                </c:pt>
                <c:pt idx="10">
                  <c:v>86200</c:v>
                </c:pt>
                <c:pt idx="11">
                  <c:v>75100</c:v>
                </c:pt>
                <c:pt idx="12">
                  <c:v>70800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20039</c:v>
                </c:pt>
                <c:pt idx="1">
                  <c:v>23404</c:v>
                </c:pt>
                <c:pt idx="2">
                  <c:v>25886</c:v>
                </c:pt>
                <c:pt idx="3">
                  <c:v>26839</c:v>
                </c:pt>
                <c:pt idx="4">
                  <c:v>27013</c:v>
                </c:pt>
                <c:pt idx="5">
                  <c:v>21052</c:v>
                </c:pt>
                <c:pt idx="6">
                  <c:v>21875</c:v>
                </c:pt>
                <c:pt idx="7">
                  <c:v>21586</c:v>
                </c:pt>
                <c:pt idx="8">
                  <c:v>19543</c:v>
                </c:pt>
                <c:pt idx="9">
                  <c:v>17760</c:v>
                </c:pt>
                <c:pt idx="10">
                  <c:v>19764</c:v>
                </c:pt>
                <c:pt idx="11">
                  <c:v>19955</c:v>
                </c:pt>
                <c:pt idx="12">
                  <c:v>22298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3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October 2025.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October against October last year: (24.6%); Year to date (Jul to Oct 2025): $583,077; Gross margin, year to date: 38.6%. Revenue is $583,077 this financial year to date (Jul to Oct 2025). Maintenance contracts make the highest gross margin (59.5%); Installations the lowest (29.8%). The business needs 52.5% gross margin just to cover overheads. Installations: 29.8% gross margin, 5.2 points under the 35.0% target: about $19,103 on $367,900 of revenue this financial year to date. It's below the 52.5% needed to cover overheads, too. Maintenance contracts: 59.5% gross margin, 24.5 points over the 35.0% target ($33,156 ahead on $135,400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October against October last year: 45.1%; Year to date (Jul to Oct 2025): $135,400; Gross margin, year to date: 59.5%. Maintenance contracts brought in $135,400 this financial year to date, at a 59.5% gross margin (above the 38.6% overall). Maintenance contracts: 59.5% gross margin, 24.5 points over the 35.0% target ($33,156 ahead on $135,400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October against October last year: (43.9%); Year to date (Jul to Oct 2025): $367,900; Gross margin, year to date: 29.8%. Installations brought in $367,900 this financial year to date, at a 29.8% gross margin (below the 38.6% overall). Installations: 29.8% gross margin, 5.2 points under the 35.0% target: about $19,103 on $367,900 of revenue this financial year to date. It's below the 52.5%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October against October last year: 11.3%; Year to date (Jul to Oct 2025): $79,777; Gross margin, year to date: 43.6%. Call-outs and repairs brought in $79,777 this financial year to date, at a 43.6% gross margin (above the 38.6% overall). Call-outs and repairs: 43.6% gross margin, 8.6 points over the 35.0% target ($6,857 ahead on $79,777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Oct 2025) against the same period last year · Trades. Same period last year: Not available: the data starts October 2024. From gross margin to profit: October's jobs made $49,446 gross margin (38.4%). Technician time not charged to jobs took $9,638 and overheads $57,980, leaving ($18,172) profit before tax ((14.1%) of revenue). To cover overheads, jobs need a 52.5%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2025.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2025: Locked. September 2025 is locked (closed 2 Oct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(24.6%)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$128,898 against $171,009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$583,077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38.6%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$224,987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4815840"/>
            <a:ext cx="5501487" cy="14935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$583,077 this financial year to date (Jul to Oct 2025). Maintenance contracts make the highest gross margin (59.5%); Installations the lowest (29.8%). The business needs 52.5%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4815840"/>
            <a:ext cx="5501487" cy="14935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29.8% gross margin, 5.2 points under the 35.0% target: about $19,103 on $367,900 of revenue this financial year to date. It's below the 52.5% needed to cover overheads, too. Maintenance contracts: 59.5% gross margin, 24.5 points over the 35.0% target ($33,156 ahead on $135,400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$35,800 against $24,670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$135,400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$80,546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$135,400 this financial year to date, at a 59.5% gross margin (above the 38.6%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59.5% gross margin, 24.5 points over the 35.0% target ($33,156 ahead on $135,400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(43.9%)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$70,800 against $126,300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$367,900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29.8%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$109,662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$367,900 this financial year to date, at a 29.8% gross margin (below the 38.6%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29.8% gross margin, 5.2 points under the 35.0% target: about $19,103 on $367,900 of revenue this financial year to date. It's below the 52.5% needed to cover overheads, too.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$22,298 against $20,039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$79,777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$34,779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$79,777 this financial year to date, at a 43.6% gross margin (above the 38.6%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43.6% gross margin, 8.6 points over the 35.0% target ($6,857 ahead on $79,777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Oct 2025)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October's jobs made $49,446 gross margin (38.4%). Technician time not charged to jobs took $9,638 and overheads $57,980, leaving ($18,172) profit before tax ((14.1%) of revenue). To cover overheads, jobs need a 52.5%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$135,400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$80,546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$367,900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$109,662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29.8%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$79,777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$34,779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$583,077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$224,987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38.6%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