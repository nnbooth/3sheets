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against October last year: (24.6%); Year to date (Jul to Oct 2025): $583,077; Gross margin, year to date: 38.6%. Revenue is $583,077 this financial year to date (Jul to Oct 2025). Maintenance contracts make the highest gross margin (59.5%); Installations the lowest (29.8%). The business needs 52.5% gross margin just to cover overheads. Installations: 29.8% gross margin, 5.2 points under the 35.0% target: about $19,103 on $367,900 of revenue this financial year to date. It's below the 52.5% needed to cover overheads, too. Maintenance contracts: 59.5% gross margin, 24.5 points over the 35.0% target ($33,156 ahead on $135,400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against October last year: 45.1%; Year to date (Jul to Oct 2025): $135,400; Gross margin, year to date: 59.5%. Maintenance contracts brought in $135,400 this financial year to date, at a 59.5% gross margin (above the 38.6% overall). Maintenance contracts: 59.5% gross margin, 24.5 points over the 35.0% target ($33,156 ahead on $135,400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against October last year: (43.9%); Year to date (Jul to Oct 2025): $367,900; Gross margin, year to date: 29.8%. Installations brought in $367,900 this financial year to date, at a 29.8% gross margin (below the 38.6% overall). Installations: 29.8% gross margin, 5.2 points under the 35.0% target: about $19,103 on $367,900 of revenue this financial year to date. It's below the 52.5%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against October last year: 11.3%; Year to date (Jul to Oct 2025): $79,777; Gross margin, year to date: 43.6%. Call-outs and repairs brought in $79,777 this financial year to date, at a 43.6% gross margin (above the 38.6% overall). Call-outs and repairs: 43.6% gross margin, 8.6 points over the 35.0% target ($6,857 ahead on $79,777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2025) against the same period last year · Trades. Same period last year: Not available: the data starts October 2024. From gross margin to profit: October's jobs made $49,446 gross margin (38.4%). Technician time not charged to jobs took $9,638 and overheads $57,980, leaving ($18,172) profit before tax ((14.1%) of revenue). To cover overheads, jobs need a 52.5%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against October last year: (24.6%); Year to date (Jul to Oct 2025): $278,590; Gross margin, year to date: 64.1%. Revenue is $278,590 this financial year to date (Jul to Oct 2025). Training makes the highest gross margin (78.0%); Projects the lowest (61.8%). The business needs 93.3% gross margin just to cover overheads. Projects: 61.8% gross margin, 21.8 points over the 40.0% target ($40,934 ahead on $187,490 this financial year to date). Training: 78.0% gross margin, 38.0 points over the 40.0% target ($9,840 ahead on $25,900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against October last year: (35.2%); Year to date (Jul to Oct 2025): $187,490; Gross margin, year to date: 61.8%. Projects brought in $187,490 this financial year to date, at a 61.8% gross margin (below the 64.1% overall). Projects: 61.8% gross margin, 21.8 points over the 40.0% target ($40,934 ahead on $187,490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against October last year: 8.7%; Year to date (Jul to Oct 2025): $65,200; Gross margin, year to date: 65.1%. Retainers brought in $65,200 this financial year to date, at a 65.1% gross margin (above the 64.1% overall). Retainers: 65.1% gross margin, 25.1 points over the 40.0% target ($16,380 ahead on $65,200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against October last year: 3.4%; Year to date (Jul to Oct 2025): $25,900; Gross margin, year to date: 78.0%. Training brought in $25,900 this financial year to date, at a 78.0% gross margin (above the 64.1% overall). Training: 78.0% gross margin, 38.0 points over the 40.0% target ($9,840 ahead on $25,900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2025) against the same period last year · Services. Same period last year: Not available: the data starts October 2024. From gross margin to profit: October's client work made $45,720 gross margin (64.2%). Consultant time not charged to client work took $15,410 and overheads $51,070, leaving ($20,760) profit before tax ((29.1%) of revenue). To cover overheads, client work needs a 93.3%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$128,898 against $171,009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$583,077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$224,987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$583,077 this financial year to date (Jul to Oct 2025). Maintenance contracts make the highest gross margin (59.5%); Installations the lowest (29.8%). The business needs 52.5%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29.8% gross margin, 5.2 points under the 35.0% target: about $19,103 on $367,900 of revenue this financial year to date. It's below the 52.5% needed to cover overheads, too. Maintenance contracts: 59.5% gross margin, 24.5 points over the 35.0% target ($33,156 ahead on $135,400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$35,800 against $24,670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$135,400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$80,546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$135,400 this financial year to date, at a 59.5% gross margin (above the 38.6%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($33,156 ahead on $135,400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(43.9%)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$70,800 against $126,300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$367,900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$109,662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$367,900 this financial year to date, at a 29.8% gross margin (below the 38.6%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29.8% gross margin, 5.2 points under the 35.0% target: about $19,103 on $367,900 of revenue this financial year to date. It's below the 52.5%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$22,298 against $20,039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$79,777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$34,779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$79,777 this financial year to date, at a 43.6% gross margin (above the 38.6%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43.6% gross margin, 8.6 points over the 35.0% target ($6,857 ahead on $79,777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jobs made $49,446 gross margin (38.4%). Technician time not charged to jobs took $9,638 and overheads $57,980, leaving ($18,172) profit before tax ((14.1%) of revenue). To cover overheads, jobs need a 52.5%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$109,662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$34,779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$583,077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$224,987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$71,260 against $94,520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$278,590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$178,590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$278,590 this financial year to date (Jul to Oct 2025). Training makes the highest gross margin (78.0%); Projects the lowest (61.8%). The business needs 93.3%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61.8% gross margin, 21.8 points over the 40.0% target ($40,934 ahead on $187,490 this financial year to date). Training: 78.0% gross margin, 38.0 points over the 40.0% target ($9,840 ahead on $25,900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(35.2%)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$45,860 against $70,720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$187,490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$115,930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$187,490 this financial year to date, at a 61.8% gross margin (below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61.8% gross margin, 21.8 points over the 40.0% target ($40,934 ahead on $187,490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$65,200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$42,460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$65,200 this financial year to date, at a 65.1%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65.1% gross margin, 25.1 points over the 40.0% target ($16,380 ahead on $65,200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$9,100 against $8,800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$25,900 this financial year to date, at a 78.0%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78.0% gross margin, 38.0 points over the 40.0% target ($9,840 ahead on $25,900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client work made $45,720 gross margin (64.2%). Consultant time not charged to client work took $15,410 and overheads $51,070, leaving ($20,760) profit before tax ((29.1%) of revenue). To cover overheads, client work needs a 93.3%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$187,490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$115,930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$278,590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$178,590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