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101</c:v>
                </c:pt>
                <c:pt idx="1">
                  <c:v>134</c:v>
                </c:pt>
                <c:pt idx="2">
                  <c:v>126</c:v>
                </c:pt>
                <c:pt idx="3">
                  <c:v>89</c:v>
                </c:pt>
                <c:pt idx="4">
                  <c:v>108</c:v>
                </c:pt>
                <c:pt idx="5">
                  <c:v>88</c:v>
                </c:pt>
                <c:pt idx="6">
                  <c:v>124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4.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October 2025. In short: 770 calls in October: 83.7% answered while staffed (target 90.0%); 52.9%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October: 770; Answered while staffed, October: 83.7%; Calls outside staffed hours, October: 52.9%; Median wait when answered, October: 88 sec. 770 calls for help came in during October. While the line was staffed, 83.7% were answered (target 90.0%); 52.9% of all calls came outside staffed hours and went to voicemail. The busiest time was 5 to 8pm (134 calls). 134 calls came between 5 and 8pm, when no-one is on the line. 59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770 calls in October: 83.7% answered while staffed (target 90.0%); 52.9%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756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83.7%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407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October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304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770 calls for help came in during October. While the line was staffed, 83.7% were answered (target 90.0%); 52.9% of all calls came outside staffed hours and went to voicemail. The busiest time was 5 to 8pm (134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134 calls came between 5 and 8pm, when no-one is on the line. 59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