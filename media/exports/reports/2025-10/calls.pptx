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90</c:v>
                </c:pt>
                <c:pt idx="1">
                  <c:v>151</c:v>
                </c:pt>
                <c:pt idx="2">
                  <c:v>125</c:v>
                </c:pt>
                <c:pt idx="3">
                  <c:v>92</c:v>
                </c:pt>
                <c:pt idx="4">
                  <c:v>119</c:v>
                </c:pt>
                <c:pt idx="5">
                  <c:v>85</c:v>
                </c:pt>
                <c:pt idx="6">
                  <c:v>130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3.6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October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October: 792; Answered while staffed, October: 81.9%; Calls outside staffed hours, October: 54.0%; Median wait when answered, October: 80 sec. 792 calls for help came in during October. While the line was staffed, 81.9% were answered (target 90.0%); 54.0% of all calls came outside staffed hours and went to voicemail. The busiest time was 5 to 8pm (151 calls). 151 calls came between 5 and 8pm, when no-one is on the line. 66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781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428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October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298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792 calls for help came in during October. While the line was staffed, 81.9% were answered (target 90.0%); 54.0% of all calls came outside staffed hours and went to voicemail. The busiest time was 5 to 8pm (151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151 calls came between 5 and 8pm, when no-one is on the line. 66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