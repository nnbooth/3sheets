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October against October last year: (24.6%); Year to date (Jul to Oct 2025): $278,590; Gross margin, year to date: 64.1%. Revenue is $278,590 this financial year to date (Jul to Oct 2025). Training makes the highest gross margin (78.0%); Projects the lowest (61.8%). The business needs 93.3% gross margin just to cover overheads. Projects: 61.8% gross margin, 21.8 points over the 40.0% target ($40,934 ahead on $187,490 this financial year to date). Training: 78.0% gross margin, 38.0 points over the 40.0% target ($9,840 ahead on $25,900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October against October last year: (35.2%); Year to date (Jul to Oct 2025): $187,490; Gross margin, year to date: 61.8%. Projects brought in $187,490 this financial year to date, at a 61.8% gross margin (below the 64.1% overall). Projects: 61.8% gross margin, 21.8 points over the 40.0% target ($40,934 ahead on $187,490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October against October last year: 8.7%; Year to date (Jul to Oct 2025): $65,200; Gross margin, year to date: 65.1%. Retainers brought in $65,200 this financial year to date, at a 65.1% gross margin (above the 64.1% overall). Retainers: 65.1% gross margin, 25.1 points over the 40.0% target ($16,380 ahead on $65,200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October against October last year: 3.4%; Year to date (Jul to Oct 2025): $25,900; Gross margin, year to date: 78.0%. Training brought in $25,900 this financial year to date, at a 78.0% gross margin (above the 64.1% overall). Training: 78.0% gross margin, 38.0 points over the 40.0% target ($9,840 ahead on $25,900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Oct 2025) against the same period last year · Services. Same period last year: Not available: the data starts October 2024. From gross margin to profit: October's client work made $45,720 gross margin (64.2%). Consultant time not charged to client work took $15,410 and overheads $51,070, leaving ($20,760) profit before tax ((29.1%) of revenue). To cover overheads, client work needs a 93.3%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$71,260 against $94,520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$278,590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$178,590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$278,590 this financial year to date (Jul to Oct 2025). Training makes the highest gross margin (78.0%); Projects the lowest (61.8%). The business needs 93.3%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61.8% gross margin, 21.8 points over the 40.0% target ($40,934 ahead on $187,490 this financial year to date). Training: 78.0% gross margin, 38.0 points over the 40.0% target ($9,840 ahead on $25,900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(35.2%)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$45,860 against $70,720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$187,490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$115,930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$187,490 this financial year to date, at a 61.8% gross margin (below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61.8% gross margin, 21.8 points over the 40.0% target ($40,934 ahead on $187,490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$65,200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$42,460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$65,200 this financial year to date, at a 65.1%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65.1% gross margin, 25.1 points over the 40.0% target ($16,380 ahead on $65,200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$9,100 against $8,800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$20,200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$25,900 this financial year to date, at a 78.0%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78.0% gross margin, 38.0 points over the 40.0% target ($9,840 ahead on $25,900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Oct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October's client work made $45,720 gross margin (64.2%). Consultant time not charged to client work took $15,410 and overheads $51,070, leaving ($20,760) profit before tax ((29.1%) of revenue). To cover overheads, client work needs a 93.3%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$187,490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$115,930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$278,590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$178,590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