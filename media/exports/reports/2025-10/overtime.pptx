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% of ordinary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Sheet1!$A$2:$A$14</c:f>
              <c:strCache>
                <c:ptCount val="13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</c:strCache>
            </c:strRef>
          </c:cat>
          <c:val>
            <c:numRef>
              <c:f>Sheet1!$B$2:$B$14</c:f>
              <c:numCache>
                <c:formatCode>0.0"%";[Red](0.0"%")</c:formatCode>
                <c:ptCount val="13"/>
                <c:pt idx="0">
                  <c:v>1.5</c:v>
                </c:pt>
                <c:pt idx="1">
                  <c:v>1.3</c:v>
                </c:pt>
                <c:pt idx="2">
                  <c:v>1.9</c:v>
                </c:pt>
                <c:pt idx="3">
                  <c:v>2.3</c:v>
                </c:pt>
                <c:pt idx="4">
                  <c:v>2.8</c:v>
                </c:pt>
                <c:pt idx="5">
                  <c:v>2.4</c:v>
                </c:pt>
                <c:pt idx="6">
                  <c:v>3.6</c:v>
                </c:pt>
                <c:pt idx="7">
                  <c:v>2.6</c:v>
                </c:pt>
                <c:pt idx="8">
                  <c:v>2.8</c:v>
                </c:pt>
                <c:pt idx="9">
                  <c:v>2.4</c:v>
                </c:pt>
                <c:pt idx="10">
                  <c:v>4.6</c:v>
                </c:pt>
                <c:pt idx="11">
                  <c:v>3.0</c:v>
                </c:pt>
                <c:pt idx="12">
                  <c:v>4.0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5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.0&quot;%&quot;;[Red](0.0&quot;%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Why the overtime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cat>
            <c:strRef>
              <c:f>Sheet1!$A$2:$A$5</c:f>
              <c:strCache>
                <c:ptCount val="4"/>
                <c:pt idx="0">
                  <c:v>Paperwork and quotes</c:v>
                </c:pt>
                <c:pt idx="1">
                  <c:v>Short-staffed</c:v>
                </c:pt>
                <c:pt idx="2">
                  <c:v>After-hours call-out</c:v>
                </c:pt>
                <c:pt idx="3">
                  <c:v>Installation ran over</c:v>
                </c:pt>
              </c:strCache>
            </c:strRef>
          </c:cat>
          <c:val>
            <c:numRef>
              <c:f>Sheet1!$B$2:$B$5</c:f>
              <c:numCache>
                <c:formatCode>#,##0;[Red](#,##0)</c:formatCode>
                <c:ptCount val="4"/>
                <c:pt idx="0">
                  <c:v>1.5</c:v>
                </c:pt>
                <c:pt idx="1">
                  <c:v>11.0</c:v>
                </c:pt>
                <c:pt idx="2">
                  <c:v>16.0</c:v>
                </c:pt>
                <c:pt idx="3">
                  <c:v>17.5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0.1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Overtime by technician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dPt>
            <c:idx val="6"/>
            <c:spPr>
              <a:solidFill>
                <a:srgbClr val="0E9F6E"/>
              </a:solidFill>
            </c:spPr>
          </c:dPt>
          <c:cat>
            <c:strRef>
              <c:f>Sheet1!$A$2:$A$8</c:f>
              <c:strCache>
                <c:ptCount val="7"/>
                <c:pt idx="0">
                  <c:v>Technician T5</c:v>
                </c:pt>
                <c:pt idx="1">
                  <c:v>Technician T7</c:v>
                </c:pt>
                <c:pt idx="2">
                  <c:v>Technician T1</c:v>
                </c:pt>
                <c:pt idx="3">
                  <c:v>Technician T6</c:v>
                </c:pt>
                <c:pt idx="4">
                  <c:v>Technician T3</c:v>
                </c:pt>
                <c:pt idx="5">
                  <c:v>Technician T4</c:v>
                </c:pt>
                <c:pt idx="6">
                  <c:v>Technician T2</c:v>
                </c:pt>
              </c:strCache>
            </c:strRef>
          </c:cat>
          <c:val>
            <c:numRef>
              <c:f>Sheet1!$B$2:$B$8</c:f>
              <c:numCache>
                <c:formatCode>#,##0;[Red](#,##0)</c:formatCode>
                <c:ptCount val="7"/>
                <c:pt idx="0">
                  <c:v>4.5</c:v>
                </c:pt>
                <c:pt idx="1">
                  <c:v>5.0</c:v>
                </c:pt>
                <c:pt idx="2">
                  <c:v>5.5</c:v>
                </c:pt>
                <c:pt idx="3">
                  <c:v>5.5</c:v>
                </c:pt>
                <c:pt idx="4">
                  <c:v>7.0</c:v>
                </c:pt>
                <c:pt idx="5">
                  <c:v>9.0</c:v>
                </c:pt>
                <c:pt idx="6">
                  <c:v>9.5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.924999999999999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Sample Electrical &amp; Air Pty Ltd. Period: October 2025. Each technician's paid hours, day by day: ordinary hours and overtime, with the main reason for the overtime.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Where is overtime creeping up, and why?. Overtime, October: 4.0%; Overtime hours, October: 46.0 h; October last year: 1.5%. Technicians worked 46.0 h of overtime in October, 4.0% of ordinary hours (target under 5.0%), against 3.0% in September. Over the last year it has gone from 1.5% to 4.0%. Installation ran over is the main reason: 17.5 h, 38.0% of the overtime. Technician T2 carried the most (9.5 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Why the overtime, October 2025. Overtime hours by main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Overtime by technician, October 2025. Technicians are codes, not names.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October 2025. Each technician's paid hours, day by day: ordinary hours and overtime, with the main reason for the overtime.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September 2025: Locked. September 2025 is locked (closed 2 Oct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2025: Locked. October 2025 is locked (closed 4 Nov 2025).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Where is overtime creeping up, and why?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Overtime,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4.0%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of ordinary hours · target under 5.0%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Overtime hours, October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46.0 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September 34.0 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last year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17.5 h of overtime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Technicians worked 46.0 h of overtime in October, 4.0% of ordinary hours (target under 5.0%), against 3.0% in September. Over the last year it has gone from 1.5% to 4.0%.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Installation ran over is the main reason: 17.5 h, 38.0% of the overtime. Technician T2 carried the most (9.5 h).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Why the overtime,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Overtime hours by main reason.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Overtime by technician, October 2025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Where is overtime creeping up, and why?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Technicians are codes, not names.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5278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overtime.pptx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4 of 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