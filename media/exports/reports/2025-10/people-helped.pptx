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Emergency relief</c:v>
                </c:pt>
                <c:pt idx="1">
                  <c:v>Community meals</c:v>
                </c:pt>
                <c:pt idx="2">
                  <c:v>Youth outreach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87.9</c:v>
                </c:pt>
                <c:pt idx="1">
                  <c:v>90.1</c:v>
                </c:pt>
                <c:pt idx="2">
                  <c:v>90.2</c:v>
                </c:pt>
                <c:pt idx="3">
                  <c:v>93.5</c:v>
                </c:pt>
                <c:pt idx="4">
                  <c:v>98.2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92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#,##0;[Red](#,##0)</c:formatCode>
                <c:ptCount val="13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October 2025.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October: 506; Couldn't reach, October: 50; Share reached, October: 91.0%. 506 people were helped in October, and 50 came to a program but couldn't be helped: 91.0% reached (target 90.0%), against 89.6% in September. Emergency relief reached the smallest share: 87.9% (14 couldn't be helped). The main reason: program at capacity (26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October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053129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55849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506 people were helped in October, and 50 came to a program but couldn't be helped: 91.0% reached (target 90.0%), against 89.6% in September.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reached the smallest share: 87.9% (14 couldn't be helped). The main reason: program at capacity (26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