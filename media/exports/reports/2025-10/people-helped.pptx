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reached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Youth outreach</c:v>
                </c:pt>
                <c:pt idx="1">
                  <c:v>Emergency relief</c:v>
                </c:pt>
                <c:pt idx="2">
                  <c:v>Digital literacy</c:v>
                </c:pt>
                <c:pt idx="3">
                  <c:v>Community meals</c:v>
                </c:pt>
                <c:pt idx="4">
                  <c:v>Housing support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84.4</c:v>
                </c:pt>
                <c:pt idx="1">
                  <c:v>86.4</c:v>
                </c:pt>
                <c:pt idx="2">
                  <c:v>87.1</c:v>
                </c:pt>
                <c:pt idx="3">
                  <c:v>91.2</c:v>
                </c:pt>
                <c:pt idx="4">
                  <c:v>91.5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5.22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helped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#,##0;[Red](#,##0)</c:formatCode>
                <c:ptCount val="13"/>
                <c:pt idx="0">
                  <c:v>175</c:v>
                </c:pt>
                <c:pt idx="1">
                  <c:v>211</c:v>
                </c:pt>
                <c:pt idx="2">
                  <c:v>195</c:v>
                </c:pt>
                <c:pt idx="3">
                  <c:v>308</c:v>
                </c:pt>
                <c:pt idx="4">
                  <c:v>297</c:v>
                </c:pt>
                <c:pt idx="5">
                  <c:v>278</c:v>
                </c:pt>
                <c:pt idx="6">
                  <c:v>314</c:v>
                </c:pt>
                <c:pt idx="7">
                  <c:v>305</c:v>
                </c:pt>
                <c:pt idx="8">
                  <c:v>265</c:v>
                </c:pt>
                <c:pt idx="9">
                  <c:v>425</c:v>
                </c:pt>
                <c:pt idx="10">
                  <c:v>446</c:v>
                </c:pt>
                <c:pt idx="11">
                  <c:v>474</c:v>
                </c:pt>
                <c:pt idx="12">
                  <c:v>506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Sample Community Services Ltd. Period: October 2025.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People helped, October: 506; Couldn't reach, October: 68; Share reached, October: 88.2%. 506 people were helped in October, and 68 came to a program but couldn't be helped: 88.2% reached (target 90.0%), against 89.9% in September. Youth outreach reached the smallest share: 84.4% (22 couldn't be helped). The main reason: program at capacity (30 people).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helped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people couldn't be helped, October 2025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2025.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2025: Locked. September 2025 is locked (closed 2 Oct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145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344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Share of people reached, by program, October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People helped, October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474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Couldn't reach, October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68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53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Share reached, October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88.2%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543556"/>
          <a:ext cx="11277295" cy="25770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9434827" y="2620868"/>
            <a:ext cx="0" cy="2267834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337547" y="488870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90.0%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440680"/>
            <a:ext cx="5501487" cy="914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54955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769864"/>
            <a:ext cx="5227167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506 people were helped in October, and 68 came to a program but couldn't be helped: 88.2% reached (target 90.0%), against 89.9% in September.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5440680"/>
            <a:ext cx="5501487" cy="914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54955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5769864"/>
            <a:ext cx="5227167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Youth outreach reached the smallest share: 84.4% (22 couldn't be helped). The main reason: program at capacity (30 people).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People helped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people couldn't be helped, October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Main reason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People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at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Waitlist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Couldn't make contact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Not eligible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Outside the service area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