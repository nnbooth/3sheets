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0"¢";[Red](0"¢")</c:formatCode>
                <c:ptCount val="13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October 2025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October cost 11¢ to raise each dollar, against 21¢ in September. This financial year to date it has cost 15¢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($28,400 of grant writing and reporting for $251,929).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14¢ to raise each dollar this financial year to date ($8,800 of donor campaigns for $61,800).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October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41¢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