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9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0"¢";[Red](0"¢")</c:formatCode>
                <c:ptCount val="13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0"¢";[Red](0"¢")</c:formatCode>
                <c:ptCount val="13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Sheet1!$A$2:$A$3</c:f>
              <c:strCache>
                <c:ptCount val="2"/>
                <c:pt idx="0">
                  <c:v>Dec 24</c:v>
                </c:pt>
                <c:pt idx="1">
                  <c:v>Sep 25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42</c:v>
                </c:pt>
                <c:pt idx="1">
                  <c:v>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October 2025.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October · all fundraising: 11¢; Year to date (Jul to Oct 2025): 15¢. October cost 11¢ to raise each dollar, against 21¢ in September. This financial year to date it has cost 15¢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October · Grants: 10¢; Year to date (Jul to Oct 2025): 11¢. Grants cost 11¢ to raise each dollar this financial year to date ($28,400 of grant writing and reporting for $251,929).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October · Donations: 14¢; Year to date (Jul to Oct 2025): 14¢. Donations cost 14¢ to raise each dollar this financial year to date ($8,800 of donor campaigns for $61,800).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October · Fundraising events: –; Year to date (Jul to Oct 2025): 41¢. Fundraising events cost 41¢ to raise each dollar this financial year to date ($15,200 of event costs for $36,800).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October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21¢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October cost 11¢ to raise each dollar, against 21¢ in September. This financial year to date it has cost 15¢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($28,400 of grant writing and reporting for $251,929).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14¢ to raise each dollar this financial year to date ($8,800 of donor campaigns for $61,800).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41¢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($15,200 of event costs for $36,800).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