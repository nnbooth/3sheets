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14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0"¢";[Red](0"¢")</c:formatCode>
                <c:ptCount val="13"/>
                <c:pt idx="0">
                  <c:v>21</c:v>
                </c:pt>
                <c:pt idx="1">
                  <c:v>19</c:v>
                </c:pt>
                <c:pt idx="2">
                  <c:v>22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13</c:v>
                </c:pt>
                <c:pt idx="9">
                  <c:v>13</c:v>
                </c:pt>
                <c:pt idx="10">
                  <c:v>12</c:v>
                </c:pt>
                <c:pt idx="11">
                  <c:v>21</c:v>
                </c:pt>
                <c:pt idx="12">
                  <c:v>11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it cost to raise a dollar?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October 2025.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September 2025: Locked. September 2025 is locked (closed 2 Oct 2025).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2025: Locked. October 2025 is locked (closed 4 Nov 2025).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October · all fundraising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11¢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September 21¢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Oct 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15¢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source, October 2025 (cents) · Source: All fundraising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October cost 11¢ to raise each dollar, against 21¢ in September. This financial year to date it has cost 15¢ a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October ·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September 11¢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Oct 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Grants cost 11¢ to raise each dollar this financial year to date ($28,400 of grant writing and reporting for $251,929).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October · Donations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14¢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September 14¢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Oct 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14¢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Donations cost 14¢ to raise each dollar this financial year to date ($8,800 of donor campaigns for $61,800).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Steady and cheap, and untied: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October · Fundraising events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September 41¢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Oct 2025)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41¢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Fundraising events cost 41¢ to raise each dollar this financial year to date ($15,200 of event costs for $36,800).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month (cents) · Cents per $1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Months with an event (the gala, the Christmas appeal) jump. A gap means nothing was raised that month.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