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Mental health first aid</c:v>
                </c:pt>
                <c:pt idx="2">
                  <c:v>Community meals</c:v>
                </c:pt>
                <c:pt idx="3">
                  <c:v>Youth outreach</c:v>
                </c:pt>
                <c:pt idx="4">
                  <c:v>Digital literacy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78.5</c:v>
                </c:pt>
                <c:pt idx="1">
                  <c:v>85.0</c:v>
                </c:pt>
                <c:pt idx="2">
                  <c:v>96.0</c:v>
                </c:pt>
                <c:pt idx="3">
                  <c:v>124.0</c:v>
                </c:pt>
                <c:pt idx="4">
                  <c:v>135.5</c:v>
                </c:pt>
                <c:pt idx="5">
                  <c:v>150.5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3.0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2025.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October: 669.5 h; Volunteers who did a shift, October: 44; Hours per volunteer, October: 15.2 h; October last year: 317.5 h. 44 volunteers gave 669.5 h in October, against 625.5 h in September. Housing support drew the most (150.5 h, 22.5%). Volunteer coordinator had the fewest volunteer hours (78.5 h). Hours are up 110.9%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669.5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625.5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15.2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317.5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23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44 volunteers gave 669.5 h in October, against 625.5 h in September. Housing support drew the most (150.5 h, 22.5%).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(78.5 h). Hours are up 110.9%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