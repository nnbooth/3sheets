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Mental health first aid</c:v>
                </c:pt>
                <c:pt idx="3">
                  <c:v>Youth outreach</c:v>
                </c:pt>
                <c:pt idx="4">
                  <c:v>Housing support</c:v>
                </c:pt>
                <c:pt idx="5">
                  <c:v>Digital literacy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77.0</c:v>
                </c:pt>
                <c:pt idx="1">
                  <c:v>125.0</c:v>
                </c:pt>
                <c:pt idx="2">
                  <c:v>130.0</c:v>
                </c:pt>
                <c:pt idx="3">
                  <c:v>147.0</c:v>
                </c:pt>
                <c:pt idx="4">
                  <c:v>153.5</c:v>
                </c:pt>
                <c:pt idx="5">
                  <c:v>184.5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2.17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#,##0;[Red](#,##0)</c:formatCode>
                <c:ptCount val="13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October 2025.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October: 817.0 h; Volunteers who did a shift, October: 54; Hours per volunteer, October: 15.1 h; October last year: 381.0 h. 54 volunteers gave 817.0 h in October, against 708.5 h in September. Digital literacy drew the most (184.5 h, 22.6%). Volunteer coordinator had the fewest volunteer hours (77.0 h). Hours are up 114.4% on October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October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817.0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708.5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October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October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15.1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381.0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25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54 volunteers gave 817.0 h in October, against 708.5 h in September. Digital literacy drew the most (184.5 h, 22.6%).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(77.0 h). Hours are up 114.4% on October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