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Cost to raise a dollar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cat>
            <c:strRef>
              <c:f>Sheet1!$A$2:$A$3</c:f>
              <c:strCache>
                <c:ptCount val="2"/>
                <c:pt idx="0">
                  <c:v>Grants</c:v>
                </c:pt>
                <c:pt idx="1">
                  <c:v>Donations</c:v>
                </c:pt>
              </c:strCache>
            </c:strRef>
          </c:cat>
          <c:val>
            <c:numRef>
              <c:f>Sheet1!$B$2:$B$3</c:f>
              <c:numCache>
                <c:formatCode>0"¢";[Red](0"¢")</c:formatCode>
                <c:ptCount val="2"/>
                <c:pt idx="0">
                  <c:v>10</c:v>
                </c:pt>
                <c:pt idx="1">
                  <c:v>14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6.09999999999999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Raised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Sheet1!$A$2:$A$14</c:f>
              <c:strCache>
                <c:ptCount val="1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</c:strCache>
            </c:strRef>
          </c:cat>
          <c:val>
            <c:numRef>
              <c:f>Sheet1!$B$2:$B$14</c:f>
              <c:numCache>
                <c:formatCode>$#,##0;[Red]($#,##0);"-"</c:formatCode>
                <c:ptCount val="13"/>
                <c:pt idx="0">
                  <c:v>26600</c:v>
                </c:pt>
                <c:pt idx="1">
                  <c:v>31800</c:v>
                </c:pt>
                <c:pt idx="2">
                  <c:v>29700</c:v>
                </c:pt>
                <c:pt idx="3">
                  <c:v>62700</c:v>
                </c:pt>
                <c:pt idx="4">
                  <c:v>61700</c:v>
                </c:pt>
                <c:pt idx="5">
                  <c:v>54500</c:v>
                </c:pt>
                <c:pt idx="6">
                  <c:v>61500</c:v>
                </c:pt>
                <c:pt idx="7">
                  <c:v>61700</c:v>
                </c:pt>
                <c:pt idx="8">
                  <c:v>52200</c:v>
                </c:pt>
                <c:pt idx="9">
                  <c:v>59063</c:v>
                </c:pt>
                <c:pt idx="10">
                  <c:v>61544</c:v>
                </c:pt>
                <c:pt idx="11">
                  <c:v>62137</c:v>
                </c:pt>
                <c:pt idx="12">
                  <c:v>69185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8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Raised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Sheet1!$A$2:$A$14</c:f>
              <c:strCache>
                <c:ptCount val="1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</c:strCache>
            </c:strRef>
          </c:cat>
          <c:val>
            <c:numRef>
              <c:f>Sheet1!$B$2:$B$14</c:f>
              <c:numCache>
                <c:formatCode>$#,##0;[Red]($#,##0);"-"</c:formatCode>
                <c:ptCount val="13"/>
                <c:pt idx="0">
                  <c:v>15300</c:v>
                </c:pt>
                <c:pt idx="1">
                  <c:v>17700</c:v>
                </c:pt>
                <c:pt idx="2">
                  <c:v>24700</c:v>
                </c:pt>
                <c:pt idx="3">
                  <c:v>12400</c:v>
                </c:pt>
                <c:pt idx="4">
                  <c:v>15600</c:v>
                </c:pt>
                <c:pt idx="5">
                  <c:v>15700</c:v>
                </c:pt>
                <c:pt idx="6">
                  <c:v>15700</c:v>
                </c:pt>
                <c:pt idx="7">
                  <c:v>15800</c:v>
                </c:pt>
                <c:pt idx="8">
                  <c:v>38100</c:v>
                </c:pt>
                <c:pt idx="9">
                  <c:v>13500</c:v>
                </c:pt>
                <c:pt idx="10">
                  <c:v>16000</c:v>
                </c:pt>
                <c:pt idx="11">
                  <c:v>16100</c:v>
                </c:pt>
                <c:pt idx="12">
                  <c:v>16200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Raised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Sheet1!$A$2:$A$14</c:f>
              <c:strCache>
                <c:ptCount val="1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</c:strCache>
            </c:strRef>
          </c:cat>
          <c:val>
            <c:numRef>
              <c:f>Sheet1!$B$2:$B$14</c:f>
              <c:numCache>
                <c:formatCode>$#,##0;[Red]($#,##0);"-"</c:formatCode>
                <c:ptCount val="13"/>
                <c:pt idx="0">
                  <c:v>0</c:v>
                </c:pt>
                <c:pt idx="1">
                  <c:v>0</c:v>
                </c:pt>
                <c:pt idx="2">
                  <c:v>6200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36800</c:v>
                </c:pt>
                <c:pt idx="12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funding is worth chasing?. Sample Community Services Ltd. Period: October 2025. In short: Grants cost 10¢ to raise each dollar in October; donations 14¢. Each source of money compared on what it raises and what it costs to raise. Pick a source and every chart, table row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sources. In October it cost: Grants 10¢, donations 14¢ to raise each dollar. Cheapest to raise in October: grants (10¢ a dollar). Dearest: donations (14¢). Events are worth counting for what else they bring too (new donors, profile).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Grants. Grants: $251,929 raised this financial year to date (71.9% of everything raised), $28,400 to raise it, so $223,529 left for programs: 11¢ per dollar. Most of the money, and usually the cheapest to raise, starting with grants that renew.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Donations. Donations: $61,800 raised this financial year to date (17.6% of everything raised), $8,800 to raise it, so $53,000 left for programs: 14¢ per dollar. Cheap and flexible (untied): the money that builds reserves.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Fundraising events. Fundraising events: $36,800 raised this financial year to date (10.5% of everything raised), $15,200 to raise it, so $21,600 left for programs: 41¢ per dollar. The dearest per dollar: worth measuring the new donors each event brings in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funding is worth chasing?: Cheapest to raise: Grants 10¢; Dearest to raise: Donations 14¢; Raised, year to date $350,529.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Financial year to date (Jul to Oct 2025), by source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funding is worth chasing?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October 2025. In short: Grants cost 10¢ to raise each dollar in October; donations 14¢. Each source of money compared on what it raises and what it costs to raise. Pick a source and every chart, table row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2025: Locked. September 2025 is locked (closed 2 Oct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2025: Locked. October 2025 is locked (closed 4 Nov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source, October 2025 (cents)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149961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2869692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292455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198876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 October it cost: Grants 10¢, donations 14¢ to raise each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2869692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292455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3198876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Cheapest to raise in October: grants (10¢ a dollar). Dearest: donations (14¢). Events are worth counting for what else they bring too (new donors, profile).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Grants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 and left after costs, by month · Grants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842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Grants: $251,929 raised this financial year to date (71.9% of everything raised), $28,400 to raise it, so $223,529 left for programs: 11¢ per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Most of the money, and usually the cheapest to raise, starting with grants that renew.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Donations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 and left after costs, by month · Donations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842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Donations: $61,800 raised this financial year to date (17.6% of everything raised), $8,800 to raise it, so $53,000 left for programs: 14¢ per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Cheap and flexible (untied): the money that builds reserves.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Fundraising events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 and left after costs, by month · Fundraising events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842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Fundraising events: $36,800 raised this financial year to date (10.5% of everything raised), $15,200 to raise it, so $21,600 left for programs: 41¢ per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dearest per dollar: worth measuring the new donors each event brings in too.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Which funding is worth chasing?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Cheapest to raise: Grants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10¢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per $1 raised in October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2498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29658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Dearest to raise: Donations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9658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14¢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per $1 raised in October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7796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264956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Raised, year to 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4956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$350,529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Jul to Oct 2025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Financial year to date (Jul to Oct 2025), by source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459"/>
                <a:gridCol w="2255459"/>
                <a:gridCol w="2255459"/>
                <a:gridCol w="2255459"/>
                <a:gridCol w="2255459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Raised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of raising it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Left after costs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per $1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$251,929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$28,400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$223,529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11¢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Donations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$61,800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$8,800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$53,000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14¢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Fundraising events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$36,800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$15,200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$21,600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41¢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