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October 2025.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2025: Locked. September 2025 is locked (closed 2 Oct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2025: Locked. October 2025 is locked (closed 4 Nov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October 2025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In October it cost: Grants 10¢, donations 14¢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Cheapest to raise in October: grants (10¢ a dollar). Dearest: donations (14¢).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Grants: $251,929 raised this financial year to date (71.9% of everything raised), $28,400 to raise it, so $223,529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Donations: $61,800 raised this financial year to date (17.6% of everything raised), $8,800 to raise it, so $53,000 left for programs: 14¢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events: $36,800 raised this financial year to date (10.5% of everything raised), $15,200 to raise it, so $21,600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Financial year to date (Jul to Oct 2025),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$251,929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$223,529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$61,800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14¢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