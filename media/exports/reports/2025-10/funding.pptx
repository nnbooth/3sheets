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41900</c:v>
                </c:pt>
                <c:pt idx="1">
                  <c:v>49500</c:v>
                </c:pt>
                <c:pt idx="2">
                  <c:v>60600</c:v>
                </c:pt>
                <c:pt idx="3">
                  <c:v>75100</c:v>
                </c:pt>
                <c:pt idx="4">
                  <c:v>77300</c:v>
                </c:pt>
                <c:pt idx="5">
                  <c:v>70200</c:v>
                </c:pt>
                <c:pt idx="6">
                  <c:v>77200</c:v>
                </c:pt>
                <c:pt idx="7">
                  <c:v>77500</c:v>
                </c:pt>
                <c:pt idx="8">
                  <c:v>90300</c:v>
                </c:pt>
                <c:pt idx="9">
                  <c:v>72563</c:v>
                </c:pt>
                <c:pt idx="10">
                  <c:v>77544</c:v>
                </c:pt>
                <c:pt idx="11">
                  <c:v>115037</c:v>
                </c:pt>
                <c:pt idx="12">
                  <c:v>85385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33200</c:v>
                </c:pt>
                <c:pt idx="1">
                  <c:v>39900</c:v>
                </c:pt>
                <c:pt idx="2">
                  <c:v>47100</c:v>
                </c:pt>
                <c:pt idx="3">
                  <c:v>66400</c:v>
                </c:pt>
                <c:pt idx="4">
                  <c:v>68600</c:v>
                </c:pt>
                <c:pt idx="5">
                  <c:v>61500</c:v>
                </c:pt>
                <c:pt idx="6">
                  <c:v>68500</c:v>
                </c:pt>
                <c:pt idx="7">
                  <c:v>68800</c:v>
                </c:pt>
                <c:pt idx="8">
                  <c:v>78300</c:v>
                </c:pt>
                <c:pt idx="9">
                  <c:v>63263</c:v>
                </c:pt>
                <c:pt idx="10">
                  <c:v>68244</c:v>
                </c:pt>
                <c:pt idx="11">
                  <c:v>90537</c:v>
                </c:pt>
                <c:pt idx="12">
                  <c:v>76085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2025: Locked. September 2025 is locked (closed 2 Oct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Cost to raise a dollar, by source, October 2025 (cents) · Source: All sources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All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In October it cost: Grants 10¢, donations 14¢ to raise each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Cheapest to raise in October: grants (10¢ a dollar). Dearest: donations (14¢). Events are worth counting for what else they bring too (new donors, profile).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Grants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Grants: $251,929 raised this financial year to date (71.9% of everything raised), $28,400 to raise it, so $223,529 left for programs: 11¢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Donations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Donations: $61,800 raised this financial year to date (17.6% of everything raised), $8,800 to raise it, so $53,000 left for programs: 14¢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Fundraising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Fundraising events: $36,800 raised this financial year to date (10.5% of everything raised), $15,200 to raise it, so $21,600 left for programs: 41¢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 · Every source at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per $1 raised in October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7738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90618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Dearest to raise: Donations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per $1 raised in October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341156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$350,529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 to Oct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Oct 2025), by source · Every source at once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$251,929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$223,529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$61,800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$53,000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$36,800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Raised and left after costs, by month · Raised $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Raised and left after costs, by month · Left after costs $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