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0.0"%";[Red](0.0"%")</c:formatCode>
                <c:ptCount val="13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Email</c:v>
                </c:pt>
                <c:pt idx="1">
                  <c:v>Phone</c:v>
                </c:pt>
                <c:pt idx="2">
                  <c:v>Web form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54.5</c:v>
                </c:pt>
                <c:pt idx="1">
                  <c:v>68.3</c:v>
                </c:pt>
                <c:pt idx="2">
                  <c:v>69.0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October 2025.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October: 67.0%; Median wait, October: 75 min; Enquiries, October: 100. 67.0% of the 100 enquiries called back in October heard back within 2 working hours (target 80.0%), down from 69.7% in September. The median wait was 75 working minutes. 13 more enquiries would have needed a faster callback to reach the 80.0% target. Email enquiries are the slowest: 54.5%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October 2025.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2025: Locked. September 2025 is locked (closed 2 Oct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October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67.0%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September 69.7%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October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82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October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109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67.0% of the 100 enquiries called back in October heard back within 2 working hours (target 80.0%), down from 69.7% in September. The median wait was 75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13 more enquiries would have needed a faster callback to reach the 80.0% target. Email enquiries are the slowest: 54.5%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October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