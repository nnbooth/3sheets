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  <c:pt idx="19">
                  <c:v>233</c:v>
                </c:pt>
                <c:pt idx="20">
                  <c:v>215</c:v>
                </c:pt>
                <c:pt idx="21">
                  <c:v>263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#,##0;[Red](#,##0)</c:formatCode>
                <c:ptCount val="22"/>
                <c:pt idx="0">
                  <c:v>34</c:v>
                </c:pt>
                <c:pt idx="1">
                  <c:v>33</c:v>
                </c:pt>
                <c:pt idx="2">
                  <c:v>37</c:v>
                </c:pt>
                <c:pt idx="3">
                  <c:v>40</c:v>
                </c:pt>
                <c:pt idx="4">
                  <c:v>35</c:v>
                </c:pt>
                <c:pt idx="5">
                  <c:v>34</c:v>
                </c:pt>
                <c:pt idx="6">
                  <c:v>30</c:v>
                </c:pt>
                <c:pt idx="7">
                  <c:v>31</c:v>
                </c:pt>
                <c:pt idx="8">
                  <c:v>32</c:v>
                </c:pt>
                <c:pt idx="9">
                  <c:v>28</c:v>
                </c:pt>
                <c:pt idx="10">
                  <c:v>36</c:v>
                </c:pt>
                <c:pt idx="11">
                  <c:v>32</c:v>
                </c:pt>
                <c:pt idx="12">
                  <c:v>33</c:v>
                </c:pt>
                <c:pt idx="13">
                  <c:v>37</c:v>
                </c:pt>
                <c:pt idx="14">
                  <c:v>45</c:v>
                </c:pt>
                <c:pt idx="15">
                  <c:v>44</c:v>
                </c:pt>
                <c:pt idx="16">
                  <c:v>39</c:v>
                </c:pt>
                <c:pt idx="17">
                  <c:v>37</c:v>
                </c:pt>
                <c:pt idx="18">
                  <c:v>35</c:v>
                </c:pt>
                <c:pt idx="19">
                  <c:v>36</c:v>
                </c:pt>
                <c:pt idx="20">
                  <c:v>39</c:v>
                </c:pt>
                <c:pt idx="21">
                  <c:v>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$263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$215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July last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28 new customers from $8,400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$263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(12.5%) on the same period last year ($300)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win a customer, by month · $ per new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win a customer, by month · New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32 new customers came from $8,400 of marketing in July, against 39 from $8,400 in June: $263 each, up from $215.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Worth knowing which channels brought this month's customers in: recording the source of each new customer shows the cost per channel.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