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#,##0;[Red](#,##0)</c:formatCode>
                <c:ptCount val="22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  <c:pt idx="18">
                  <c:v>35</c:v>
                </c:pt>
                <c:pt idx="19">
                  <c:v>36</c:v>
                </c:pt>
                <c:pt idx="20">
                  <c:v>39</c:v>
                </c:pt>
                <c:pt idx="21">
                  <c:v>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July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June 2026: Locked. June 2026 is locked (closed 2 Jul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July 2026: Locked. July 2026 is locked (closed 4 Aug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June $215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July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$300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28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(12.5%) on the same period last year ($300)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32 new customers came from $8,400 of marketing in July, against 39 from $8,400 in June: $263 each, up from $215.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