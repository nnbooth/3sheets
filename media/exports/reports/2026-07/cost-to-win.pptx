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  <c:pt idx="21">
                  <c:v>263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July 2026. In short: $263 per new customer in July: 32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July 2026: $263; July last year: $300; Year to date (Jul 2026): $263. 32 new customers came from $8,400 of marketing in July, against 39 from $8,400 in June: $263 each, up from $215.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$263 per new customer in July: 32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$215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28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(12.5%) on the same period last year ($300)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32 new customers came from $8,400 of marketing in July, against 39 from $8,400 in June: $263 each, up from $215.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