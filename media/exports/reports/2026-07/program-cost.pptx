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5475</c:v>
                </c:pt>
                <c:pt idx="1">
                  <c:v>6227</c:v>
                </c:pt>
                <c:pt idx="2">
                  <c:v>8326</c:v>
                </c:pt>
                <c:pt idx="3">
                  <c:v>14996</c:v>
                </c:pt>
                <c:pt idx="4">
                  <c:v>40260</c:v>
                </c:pt>
                <c:pt idx="5">
                  <c:v>50333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4.4</c:v>
                </c:pt>
                <c:pt idx="1">
                  <c:v>5.0</c:v>
                </c:pt>
                <c:pt idx="2">
                  <c:v>6.6</c:v>
                </c:pt>
                <c:pt idx="3">
                  <c:v>11.9</c:v>
                </c:pt>
                <c:pt idx="4">
                  <c:v>32.0</c:v>
                </c:pt>
                <c:pt idx="5">
                  <c:v>40.1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  <c:pt idx="21">
                  <c:v>72618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July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June 2026: Locked. June 2026 is locked (closed 2 Jul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July 2026: Locked. July 2026 is locked (closed 4 Aug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Full cost of each program, July 2026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Full cost of each program, July 2026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Housing support is the biggest program: $50,333 in July once its share of untied program costs and administration is added to $29,097 of grant spending. Shared costs add 73.0%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Housing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Housing support cost $50,333 in full in July: $29,097 paid by the State Housing Program grant, and $21,236 of shared costs no grant covers. It has spent 93.3% of its budget to date, with $164,000 left and 5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$50,333 a month; $21,236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Youth outreach cost $40,260 in full in July: $23,274 paid by the State Department of Families grant, and $16,986 of shared costs no grant covers. It has spent 100.8% of its budget to date, with $218,000 left and 11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$40,260 a month; $16,986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Mental health first 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Mental health first aid cost $14,996 in full in July: $8,669 paid by the Federal health program grant, and $6,327 of shared costs no grant covers. It has spent 92.5% of its budget to date, with $83,000 left and 8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$14,996 a month; $6,327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Digital literacy cost $8,326 in full in July: $4,813 paid by the Philanthropic foundation grant, and $3,513 of shared costs no grant covers. It has spent 99.0% of its budget to date, with $40,500 left and 8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$8,326 a month; $3,513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Community meals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Community meals cost $6,227 in full in July: $3,600 paid by the Local council community grant grant, and $2,627 of shared costs no grant covers. It has spent 90.0% of its budget to date, with $44,400 left and 11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$6,227 a month; $2,627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Volunteer coordinator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Volunteer coordinator cost $5,475 in full in July: $3,165 paid by the State volunteering grant grant, and $2,310 of shared costs no grant covers. It has spent 100.0% of its budget to date, with $21,000 left and 7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$5,475 a month; $2,310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