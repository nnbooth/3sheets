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Volunteer coordinator</c:v>
                </c:pt>
                <c:pt idx="1">
                  <c:v>Community meals</c:v>
                </c:pt>
                <c:pt idx="2">
                  <c:v>Digital literacy</c:v>
                </c:pt>
                <c:pt idx="3">
                  <c:v>Mental health first aid</c:v>
                </c:pt>
                <c:pt idx="4">
                  <c:v>Youth outreach</c:v>
                </c:pt>
                <c:pt idx="5">
                  <c:v>Housing support</c:v>
                </c:pt>
              </c:strCache>
            </c:strRef>
          </c:cat>
          <c:val>
            <c:numRef>
              <c:f>Sheet1!$B$2:$B$7</c:f>
              <c:numCache>
                <c:formatCode>$#,##0;[Red]($#,##0);"-"</c:formatCode>
                <c:ptCount val="6"/>
                <c:pt idx="0">
                  <c:v>5475</c:v>
                </c:pt>
                <c:pt idx="1">
                  <c:v>6227</c:v>
                </c:pt>
                <c:pt idx="2">
                  <c:v>8326</c:v>
                </c:pt>
                <c:pt idx="3">
                  <c:v>14996</c:v>
                </c:pt>
                <c:pt idx="4">
                  <c:v>40260</c:v>
                </c:pt>
                <c:pt idx="5">
                  <c:v>50333</c:v>
                </c:pt>
              </c:numCache>
            </c:numRef>
          </c:val>
        </c:ser>
        <c:dLbls>
          <c:numFmt formatCode="$#,##0;[Red]($#,##0);&quot;-&quot;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Volunteer coordinator</c:v>
                </c:pt>
                <c:pt idx="1">
                  <c:v>Community meals</c:v>
                </c:pt>
                <c:pt idx="2">
                  <c:v>Digital literacy</c:v>
                </c:pt>
                <c:pt idx="3">
                  <c:v>Mental health first aid</c:v>
                </c:pt>
                <c:pt idx="4">
                  <c:v>Youth outreach</c:v>
                </c:pt>
                <c:pt idx="5">
                  <c:v>Housing support</c:v>
                </c:pt>
              </c:strCache>
            </c:strRef>
          </c:cat>
          <c:val>
            <c:numRef>
              <c:f>Sheet1!$B$2:$B$7</c:f>
              <c:numCache>
                <c:formatCode>0.0"%";[Red](0.0"%")</c:formatCode>
                <c:ptCount val="6"/>
                <c:pt idx="0">
                  <c:v>4.4</c:v>
                </c:pt>
                <c:pt idx="1">
                  <c:v>5.0</c:v>
                </c:pt>
                <c:pt idx="2">
                  <c:v>6.6</c:v>
                </c:pt>
                <c:pt idx="3">
                  <c:v>11.9</c:v>
                </c:pt>
                <c:pt idx="4">
                  <c:v>32.0</c:v>
                </c:pt>
                <c:pt idx="5">
                  <c:v>40.1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$#,##0;[Red]($#,##0);"-"</c:formatCode>
                <c:ptCount val="22"/>
                <c:pt idx="0">
                  <c:v>26600</c:v>
                </c:pt>
                <c:pt idx="1">
                  <c:v>31800</c:v>
                </c:pt>
                <c:pt idx="2">
                  <c:v>29700</c:v>
                </c:pt>
                <c:pt idx="3">
                  <c:v>62700</c:v>
                </c:pt>
                <c:pt idx="4">
                  <c:v>61700</c:v>
                </c:pt>
                <c:pt idx="5">
                  <c:v>54500</c:v>
                </c:pt>
                <c:pt idx="6">
                  <c:v>61500</c:v>
                </c:pt>
                <c:pt idx="7">
                  <c:v>61700</c:v>
                </c:pt>
                <c:pt idx="8">
                  <c:v>52200</c:v>
                </c:pt>
                <c:pt idx="9">
                  <c:v>59063</c:v>
                </c:pt>
                <c:pt idx="10">
                  <c:v>61544</c:v>
                </c:pt>
                <c:pt idx="11">
                  <c:v>62137</c:v>
                </c:pt>
                <c:pt idx="12">
                  <c:v>69185</c:v>
                </c:pt>
                <c:pt idx="13">
                  <c:v>70164</c:v>
                </c:pt>
                <c:pt idx="14">
                  <c:v>68793</c:v>
                </c:pt>
                <c:pt idx="15">
                  <c:v>59785</c:v>
                </c:pt>
                <c:pt idx="16">
                  <c:v>55759</c:v>
                </c:pt>
                <c:pt idx="17">
                  <c:v>53806</c:v>
                </c:pt>
                <c:pt idx="18">
                  <c:v>66729</c:v>
                </c:pt>
                <c:pt idx="19">
                  <c:v>72245</c:v>
                </c:pt>
                <c:pt idx="20">
                  <c:v>70872</c:v>
                </c:pt>
                <c:pt idx="21">
                  <c:v>72618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each program really cost?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July 2026.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2026: Locked. June 2026 is locked (closed 2 Jul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2026: Locked. July 2026 is locked (closed 4 Aug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Full cost of each program, July 2026 · $ · Program: All programs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Full cost of each program, July 2026 · % of total · Program: All programs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Program: All programs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Housing support is the biggest program: $50,333 in July once its share of untied program costs and administration is added to $29,097 of grant spending. Shared costs add 73.0% on top of grant spending across all programs.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Program: Housing support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Housing support cost $50,333 in full in July: $29,097 paid by the State Housing Program grant, and $21,236 of shared costs no grant covers. It has spent 93.3% of its budget to date, with $164,000 left and 5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full cost is $50,333 a month; $21,236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Program: Youth outreach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Youth outreach cost $40,260 in full in July: $23,274 paid by the State Department of Families grant, and $16,986 of shared costs no grant covers. It has spent 100.8% of its budget to date, with $218,000 left and 11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full cost is $40,260 a month; $16,986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Program: Mental health first aid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Mental health first aid cost $14,996 in full in July: $8,669 paid by the Federal health program grant, and $6,327 of shared costs no grant covers. It has spent 92.5% of its budget to date, with $83,000 left and 8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full cost is $14,996 a month; $6,327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Program: Digital literacy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Digital literacy cost $8,326 in full in July: $4,813 paid by the Philanthropic foundation grant, and $3,513 of shared costs no grant covers. It has spent 99.0% of its budget to date, with $40,500 left and 8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full cost is $8,326 a month; $3,513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Program: Community meals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Community meals cost $6,227 in full in July: $3,600 paid by the Local council community grant grant, and $2,627 of shared costs no grant covers. It has spent 90.0% of its budget to date, with $44,400 left and 11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full cost is $6,227 a month; $2,627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9 of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Program: Volunteer coordinator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Volunteer coordinator cost $5,475 in full in July: $3,165 paid by the State volunteering grant grant, and $2,310 of shared costs no grant covers. It has spent 100.0% of its budget to date, with $21,000 left and 7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full cost is $5,475 a month; $2,310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10 of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 spending, by month · Spend $ · Every program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 only (the program's direct cost). All programs includes grants that have finished.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11 of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