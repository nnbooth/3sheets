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Volunteer coordinator</c:v>
                </c:pt>
                <c:pt idx="2">
                  <c:v>Community meals</c:v>
                </c:pt>
                <c:pt idx="3">
                  <c:v>Digital literacy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124.0</c:v>
                </c:pt>
                <c:pt idx="1">
                  <c:v>127.5</c:v>
                </c:pt>
                <c:pt idx="2">
                  <c:v>137.0</c:v>
                </c:pt>
                <c:pt idx="3">
                  <c:v>161.5</c:v>
                </c:pt>
                <c:pt idx="4">
                  <c:v>171.5</c:v>
                </c:pt>
                <c:pt idx="5">
                  <c:v>196.5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5.9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317.5</c:v>
                </c:pt>
                <c:pt idx="1">
                  <c:v>392.0</c:v>
                </c:pt>
                <c:pt idx="2">
                  <c:v>363.5</c:v>
                </c:pt>
                <c:pt idx="3">
                  <c:v>399.0</c:v>
                </c:pt>
                <c:pt idx="4">
                  <c:v>422.0</c:v>
                </c:pt>
                <c:pt idx="5">
                  <c:v>451.5</c:v>
                </c:pt>
                <c:pt idx="6">
                  <c:v>445.0</c:v>
                </c:pt>
                <c:pt idx="7">
                  <c:v>513.0</c:v>
                </c:pt>
                <c:pt idx="8">
                  <c:v>529.0</c:v>
                </c:pt>
                <c:pt idx="9">
                  <c:v>586.0</c:v>
                </c:pt>
                <c:pt idx="10">
                  <c:v>560.5</c:v>
                </c:pt>
                <c:pt idx="11">
                  <c:v>625.5</c:v>
                </c:pt>
                <c:pt idx="12">
                  <c:v>669.5</c:v>
                </c:pt>
                <c:pt idx="13">
                  <c:v>626.5</c:v>
                </c:pt>
                <c:pt idx="14">
                  <c:v>683.0</c:v>
                </c:pt>
                <c:pt idx="15">
                  <c:v>711.5</c:v>
                </c:pt>
                <c:pt idx="16">
                  <c:v>700.0</c:v>
                </c:pt>
                <c:pt idx="17">
                  <c:v>772.0</c:v>
                </c:pt>
                <c:pt idx="18">
                  <c:v>794.5</c:v>
                </c:pt>
                <c:pt idx="19">
                  <c:v>811.0</c:v>
                </c:pt>
                <c:pt idx="20">
                  <c:v>819.0</c:v>
                </c:pt>
                <c:pt idx="21">
                  <c:v>918.0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July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July: 918.0 h; Volunteers who did a shift, July: 60; Hours per volunteer, July: 15.3 h; July last year: 586.0 h. 60 volunteers gave 918.0 h in July, against 819.0 h in June. Housing support drew the most (196.5 h, 21.4%). Mental health first aid had the fewest volunteer hours (124.0 h). Hours are up 56.7% on July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918.0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819.0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586.0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60 volunteers gave 918.0 h in July, against 819.0 h in June. Housing support drew the most (196.5 h, 21.4%).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had the fewest volunteer hours (124.0 h). Hours are up 56.7% on July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