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Youth outreach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63.0</c:v>
                </c:pt>
                <c:pt idx="1">
                  <c:v>163.5</c:v>
                </c:pt>
                <c:pt idx="2">
                  <c:v>172.5</c:v>
                </c:pt>
                <c:pt idx="3">
                  <c:v>176.0</c:v>
                </c:pt>
                <c:pt idx="4">
                  <c:v>179.0</c:v>
                </c:pt>
                <c:pt idx="5">
                  <c:v>184.0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1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  <c:pt idx="21">
                  <c:v>938.0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July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July: 938.0 h; Volunteers who did a shift, July: 60; Hours per volunteer, July: 15.6 h; July last year: 609.5 h. 60 volunteers gave 938.0 h in July, against 878.5 h in June. Mental health first aid drew the most (184.0 h, 19.6%). Volunteer coordinator had the fewest volunteer hours (63.0 h). Hours are up 53.9% on July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938.0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878.5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15.6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609.5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938.0 h in July, against 878.5 h in June. Mental health first aid drew the most (184.0 h, 19.6%).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(63.0 h). Hours are up 53.9% on July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