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15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  <c:pt idx="18">
                  <c:v>66729</c:v>
                </c:pt>
                <c:pt idx="19">
                  <c:v>72245</c:v>
                </c:pt>
                <c:pt idx="20">
                  <c:v>70872</c:v>
                </c:pt>
                <c:pt idx="21">
                  <c:v>72618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  <c:pt idx="14">
                  <c:v>26100</c:v>
                </c:pt>
                <c:pt idx="15">
                  <c:v>13100</c:v>
                </c:pt>
                <c:pt idx="16">
                  <c:v>16400</c:v>
                </c:pt>
                <c:pt idx="17">
                  <c:v>16500</c:v>
                </c:pt>
                <c:pt idx="18">
                  <c:v>16600</c:v>
                </c:pt>
                <c:pt idx="19">
                  <c:v>16600</c:v>
                </c:pt>
                <c:pt idx="20">
                  <c:v>40100</c:v>
                </c:pt>
                <c:pt idx="21">
                  <c:v>14300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  <c:pt idx="14">
                  <c:v>6200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July 2026. In short: Grants cost 10¢ to raise each dollar in July; donations 15¢.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July it cost: Grants 10¢, donations 15¢ to raise each dollar. Cheapest to raise in July: grants (10¢ a dollar). Dearest: donations (15¢).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$72,618 raised this financial year to date (83.5% of everything raised), $7,100 to raise it, so $65,518 left for programs: 10¢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$14,300 raised this financial year to date (16.5% of everything raised), $2,200 to raise it, so $12,100 left for programs: 15¢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$0 raised this financial year to date (0.0% of everything raised), $0 to raise it, so $0 left for programs: –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chasing?: Cheapest to raise: Grants 10¢; Dearest to raise: Donations 15¢; Raised, year to date $86,918.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2026),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In short: Grants cost 10¢ to raise each dollar in July; donations 15¢.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July 2026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July it cost: Grants 10¢, donations 15¢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July: grants (10¢ a dollar). Dearest: donations (15¢).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$72,618 raised this financial year to date (83.5% of everything raised), $7,100 to raise it, so $65,518 left for programs: 10¢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$14,300 raised this financial year to date (16.5% of everything raised), $2,200 to raise it, so $12,100 left for programs: 15¢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$0 raised this financial year to date (0.0% of everything raised), $0 to raise it, so $0 left for programs: –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July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Dearest to raise: Donations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July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$86,918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2026),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$72,618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$65,518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