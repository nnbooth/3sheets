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15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41900</c:v>
                </c:pt>
                <c:pt idx="1">
                  <c:v>49500</c:v>
                </c:pt>
                <c:pt idx="2">
                  <c:v>60600</c:v>
                </c:pt>
                <c:pt idx="3">
                  <c:v>75100</c:v>
                </c:pt>
                <c:pt idx="4">
                  <c:v>77300</c:v>
                </c:pt>
                <c:pt idx="5">
                  <c:v>70200</c:v>
                </c:pt>
                <c:pt idx="6">
                  <c:v>77200</c:v>
                </c:pt>
                <c:pt idx="7">
                  <c:v>77500</c:v>
                </c:pt>
                <c:pt idx="8">
                  <c:v>90300</c:v>
                </c:pt>
                <c:pt idx="9">
                  <c:v>72563</c:v>
                </c:pt>
                <c:pt idx="10">
                  <c:v>77544</c:v>
                </c:pt>
                <c:pt idx="11">
                  <c:v>115037</c:v>
                </c:pt>
                <c:pt idx="12">
                  <c:v>85385</c:v>
                </c:pt>
                <c:pt idx="13">
                  <c:v>88864</c:v>
                </c:pt>
                <c:pt idx="14">
                  <c:v>101093</c:v>
                </c:pt>
                <c:pt idx="15">
                  <c:v>72885</c:v>
                </c:pt>
                <c:pt idx="16">
                  <c:v>72159</c:v>
                </c:pt>
                <c:pt idx="17">
                  <c:v>70306</c:v>
                </c:pt>
                <c:pt idx="18">
                  <c:v>83329</c:v>
                </c:pt>
                <c:pt idx="19">
                  <c:v>88845</c:v>
                </c:pt>
                <c:pt idx="20">
                  <c:v>110972</c:v>
                </c:pt>
                <c:pt idx="21">
                  <c:v>86918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33200</c:v>
                </c:pt>
                <c:pt idx="1">
                  <c:v>39900</c:v>
                </c:pt>
                <c:pt idx="2">
                  <c:v>47100</c:v>
                </c:pt>
                <c:pt idx="3">
                  <c:v>66400</c:v>
                </c:pt>
                <c:pt idx="4">
                  <c:v>68600</c:v>
                </c:pt>
                <c:pt idx="5">
                  <c:v>61500</c:v>
                </c:pt>
                <c:pt idx="6">
                  <c:v>68500</c:v>
                </c:pt>
                <c:pt idx="7">
                  <c:v>68800</c:v>
                </c:pt>
                <c:pt idx="8">
                  <c:v>78300</c:v>
                </c:pt>
                <c:pt idx="9">
                  <c:v>63263</c:v>
                </c:pt>
                <c:pt idx="10">
                  <c:v>68244</c:v>
                </c:pt>
                <c:pt idx="11">
                  <c:v>90537</c:v>
                </c:pt>
                <c:pt idx="12">
                  <c:v>76085</c:v>
                </c:pt>
                <c:pt idx="13">
                  <c:v>78664</c:v>
                </c:pt>
                <c:pt idx="14">
                  <c:v>86993</c:v>
                </c:pt>
                <c:pt idx="15">
                  <c:v>63585</c:v>
                </c:pt>
                <c:pt idx="16">
                  <c:v>62859</c:v>
                </c:pt>
                <c:pt idx="17">
                  <c:v>61006</c:v>
                </c:pt>
                <c:pt idx="18">
                  <c:v>74029</c:v>
                </c:pt>
                <c:pt idx="19">
                  <c:v>79545</c:v>
                </c:pt>
                <c:pt idx="20">
                  <c:v>98372</c:v>
                </c:pt>
                <c:pt idx="21">
                  <c:v>77618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source, July 2026 (cents) · Source: All sources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All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In July it cost: Grants 10¢, donations 15¢ to raise each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Cheapest to raise in July: grants (10¢ a dollar). Dearest: donations (15¢).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Grants: $72,618 raised this financial year to date (83.5% of everything raised), $7,100 to raise it, so $65,518 left for programs: 10¢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Donations: $14,300 raised this financial year to date (16.5% of everything raised), $2,200 to raise it, so $12,100 left for programs: 15¢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Fundraising events: $0 raised this financial year to date (0.0% of everything raised), $0 to raise it, so $0 left for programs: –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Every source at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per $1 raised in July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per $1 raised in July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$86,918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2026), by source · Every source at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Raised and left after costs, by month · Raised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Raised and left after costs, by month · Left after costs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