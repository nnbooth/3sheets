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  <c:pt idx="21">
                  <c:v>86918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  <c:pt idx="21">
                  <c:v>77618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July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July it cost: Grants 10¢, donations 15¢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$72,618 raised this financial year to date (83.5% of everything raised), $7,100 to raise it, so $65,518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$14,300 raised this financial year to date (16.5% of everything raised), $2,200 to raise it, so $12,100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$0 to raise it, so $0 left for programs: –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