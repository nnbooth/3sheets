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2 working hours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0.0"%";[Red](0.0"%")</c:formatCode>
                <c:ptCount val="22"/>
                <c:pt idx="0">
                  <c:v>86.5</c:v>
                </c:pt>
                <c:pt idx="1">
                  <c:v>85.3</c:v>
                </c:pt>
                <c:pt idx="2">
                  <c:v>82.6</c:v>
                </c:pt>
                <c:pt idx="3">
                  <c:v>79.5</c:v>
                </c:pt>
                <c:pt idx="4">
                  <c:v>74.2</c:v>
                </c:pt>
                <c:pt idx="5">
                  <c:v>72.9</c:v>
                </c:pt>
                <c:pt idx="6">
                  <c:v>71.1</c:v>
                </c:pt>
                <c:pt idx="7">
                  <c:v>74.0</c:v>
                </c:pt>
                <c:pt idx="8">
                  <c:v>68.1</c:v>
                </c:pt>
                <c:pt idx="9">
                  <c:v>66.7</c:v>
                </c:pt>
                <c:pt idx="10">
                  <c:v>66.3</c:v>
                </c:pt>
                <c:pt idx="11">
                  <c:v>69.7</c:v>
                </c:pt>
                <c:pt idx="12">
                  <c:v>67.0</c:v>
                </c:pt>
                <c:pt idx="13">
                  <c:v>66.7</c:v>
                </c:pt>
                <c:pt idx="14">
                  <c:v>70.6</c:v>
                </c:pt>
                <c:pt idx="15">
                  <c:v>67.0</c:v>
                </c:pt>
                <c:pt idx="16">
                  <c:v>61.6</c:v>
                </c:pt>
                <c:pt idx="17">
                  <c:v>65.3</c:v>
                </c:pt>
                <c:pt idx="18">
                  <c:v>58.9</c:v>
                </c:pt>
                <c:pt idx="19">
                  <c:v>58.2</c:v>
                </c:pt>
                <c:pt idx="20">
                  <c:v>56.1</c:v>
                </c:pt>
                <c:pt idx="21">
                  <c:v>57.4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Called back within 2 working hours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cat>
            <c:strRef>
              <c:f>Sheet1!$A$2:$A$4</c:f>
              <c:strCache>
                <c:ptCount val="3"/>
                <c:pt idx="0">
                  <c:v>Phone</c:v>
                </c:pt>
                <c:pt idx="1">
                  <c:v>Email</c:v>
                </c:pt>
                <c:pt idx="2">
                  <c:v>Web form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54.8</c:v>
                </c:pt>
                <c:pt idx="1">
                  <c:v>56.3</c:v>
                </c:pt>
                <c:pt idx="2">
                  <c:v>63.6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Sample Electrical &amp; Air Pty Ltd. Period: July 2026. In short: 57.4% called back within 2 working hours in July (target 80.0%); median wait 92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Called back within 2 working hours, July: 57.4%; Median wait, July: 92 min; Enquiries, July: 122. 57.4% of the 122 enquiries called back in July heard back within 2 working hours (target 80.0%), up from 56.1% in June. The median wait was 92 working minutes. 28 more enquiries would have needed a faster callback to reach the 80.0% target. Phone enquiries are the slowest: 54.8% within 2 working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Called back within 2 working hours, by channel, July 2026. Target 80.0%.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July 2026. In short: 57.4% called back within 2 working hours in July (target 80.0%); median wait 92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Callbacks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Called back within 2 working hours, July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57.4%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80.0% · June 56.1%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wait, July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June 99 min (working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Enquiries, July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June 114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57.4% of the 122 enquiries called back in July heard back within 2 working hours (target 80.0%), up from 56.1% in June. The median wait was 92 working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28 more enquiries would have needed a faster callback to reach the 80.0% target. Phone enquiries are the slowest: 54.8% within 2 working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Called back within 2 working hours, by channel, July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Target 80.0%.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528067" y="1414470"/>
            <a:ext cx="0" cy="398446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30787" y="539893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80.0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