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36.0</c:v>
                </c:pt>
                <c:pt idx="1">
                  <c:v>47.8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4, July</c:v>
                </c:pt>
                <c:pt idx="1">
                  <c:v>Installation 3, July</c:v>
                </c:pt>
                <c:pt idx="2">
                  <c:v>Installation 2, July</c:v>
                </c:pt>
                <c:pt idx="3">
                  <c:v>Installation 1, July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35.9</c:v>
                </c:pt>
                <c:pt idx="1">
                  <c:v>36.0</c:v>
                </c:pt>
                <c:pt idx="2">
                  <c:v>36.0</c:v>
                </c:pt>
                <c:pt idx="3">
                  <c:v>36.1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769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(8)</c:v>
                </c:pt>
                <c:pt idx="1">
                  <c:v>1.5-hour call-outs (10)</c:v>
                </c:pt>
                <c:pt idx="2">
                  <c:v>2-hour call-outs (15)</c:v>
                </c:pt>
                <c:pt idx="3">
                  <c:v>2.5-hour call-outs (7)</c:v>
                </c:pt>
                <c:pt idx="4">
                  <c:v>3-hour call-outs (9)</c:v>
                </c:pt>
                <c:pt idx="5">
                  <c:v>4-hour call-outs (5)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40.4</c:v>
                </c:pt>
                <c:pt idx="1">
                  <c:v>45.0</c:v>
                </c:pt>
                <c:pt idx="2">
                  <c:v>48.8</c:v>
                </c:pt>
                <c:pt idx="3">
                  <c:v>49.3</c:v>
                </c:pt>
                <c:pt idx="4">
                  <c:v>49.4</c:v>
                </c:pt>
                <c:pt idx="5">
                  <c:v>50.2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.7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July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July · All jobs: 43.4%; Job gross margin, June · All jobs: 44.8%; Gross margin jobs need to break even: 39.8%. In July maintenance contracts made a 63.9% job gross margin, installations made a 36.0% job gross margin, call-outs and repairs made a 47.8% job gross margin (technician time at $68 an hour, wages and all on-costs). Jobs need 39.8% just to cover overheads. Installations: 36.0% gross margin, 1.0 points over the 35.0% target ($1,430 ahead on $143,000 in July). Maintenance contracts: 63.9% gross margin, 28.9 points over the 35.0% target ($13,094 ahead on $45,350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July · Maintenance contracts: 63.9%; Job gross margin, June · Maintenance contracts: 63.9%; Gross margin jobs need to break even: 39.8%.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July). All maintenance contracts: 63.9% gross margin, 28.9 points over the 35.0% target ($13,094 ahead on $45,350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July 2026. The month's fee less materials and technician time at $68/hour. Target 35.0% is what to price for; break-even 39.8%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July · Installations: 36.0%; Job gross margin, June · Installations: 36.2%; Gross margin jobs need to break even: 39.8%. 0 of the 4 installation jobs invoiced in July made less than the 35.0% job gross margin target. The Installation 4, July made a 35.9% job gross margin: 128.0 h of technician time ($8,704) and $2,600 of subcontractors on a $37,300 job. Jobs need 39.8% gross margin just to cover overheads. Every installation cleared the 35.0% target. Most profitable: Installation 1, July (36.1%).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July · Call-outs and repairs: 47.8%; Job gross margin, June · Call-outs and repairs: 49.1%; Gross margin jobs need to break even: 39.8%; Technician time charged, July: $19,161; Materials charged, July: $8,099. 54 call-outs in July billed $19,161 of technician time and $8,099 of materials ($6,230 at cost plus 30%), and made a 47.8% job gross margin between them. Gross margins run from 40.4% to 50.2% by length: the hourly rate covers technician time comfortably, so the gross margin mostly moves with how much material goes on the van. All call-outs: 47.8% gross margin, 12.8 points over the 35.0% target ($3,499 ahead on $27,260 in July).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$93,486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$83,205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$26,391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July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2949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85669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July maintenance contracts made a 63.9% job gross margin, installations made a 36.0% job gross margin, call-outs and repairs made a 47.8% job gross margin (technician time at $68 an hour, wages and all on-costs). Jobs need 39.8%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36.0% gross margin, 1.0 points over the 35.0% target ($1,430 ahead on $143,000 in July). Maintenance contracts: 63.9% gross margin, 28.9 points over the 35.0% target ($13,094 ahead on $45,350 in July).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July). All maintenance contracts: 63.9% gross margin, 28.9 points over the 35.0% target ($13,094 ahead on $45,350 in July).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39.8%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59869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62589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842116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44836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4 installation jobs invoiced in July made less than the 35.0% job gross margin target. The Installation 4, July made a 35.9% job gross margin: 128.0 h of technician time ($8,704) and $2,600 of subcontractors on a $37,300 job. Jobs need 39.8%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1, July (36.1%).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July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(July)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$19,161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$8,099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$6,230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80590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0862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4974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5246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54 call-outs in July billed $19,161 of technician time and $8,099 of materials ($6,230 at cost plus 30%), and made a 47.8% job gross margin between them. Gross margins run from 40.4% to 50.2%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47.8% gross margin, 12.8 points over the 35.0% target ($3,499 ahead on $27,260 in July).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