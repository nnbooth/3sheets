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28.3</c:v>
                </c:pt>
                <c:pt idx="1">
                  <c:v>43.4</c:v>
                </c:pt>
                <c:pt idx="2">
                  <c:v>59.5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8.4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Wacol logistics depot</c:v>
                </c:pt>
                <c:pt idx="6">
                  <c:v>Chermside retail centre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Southbank cafe group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58.2</c:v>
                </c:pt>
                <c:pt idx="1">
                  <c:v>58.8</c:v>
                </c:pt>
                <c:pt idx="2">
                  <c:v>58.8</c:v>
                </c:pt>
                <c:pt idx="3">
                  <c:v>59.0</c:v>
                </c:pt>
                <c:pt idx="4">
                  <c:v>59.0</c:v>
                </c:pt>
                <c:pt idx="5">
                  <c:v>59.1</c:v>
                </c:pt>
                <c:pt idx="6">
                  <c:v>59.4</c:v>
                </c:pt>
                <c:pt idx="7">
                  <c:v>59.9</c:v>
                </c:pt>
                <c:pt idx="8">
                  <c:v>59.9</c:v>
                </c:pt>
                <c:pt idx="9">
                  <c:v>59.9</c:v>
                </c:pt>
                <c:pt idx="10">
                  <c:v>60.0</c:v>
                </c:pt>
                <c:pt idx="11">
                  <c:v>60.0</c:v>
                </c:pt>
                <c:pt idx="12">
                  <c:v>61.1</c:v>
                </c:pt>
                <c:pt idx="13">
                  <c:v>62.2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5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cat>
            <c:strRef>
              <c:f>Sheet1!$A$2:$A$5</c:f>
              <c:strCache>
                <c:ptCount val="4"/>
                <c:pt idx="0">
                  <c:v>Installation 4, July</c:v>
                </c:pt>
                <c:pt idx="1">
                  <c:v>Installation 2, July</c:v>
                </c:pt>
                <c:pt idx="2">
                  <c:v>Installation 1, July</c:v>
                </c:pt>
                <c:pt idx="3">
                  <c:v>Installation 3, July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28.2</c:v>
                </c:pt>
                <c:pt idx="1">
                  <c:v>28.2</c:v>
                </c:pt>
                <c:pt idx="2">
                  <c:v>28.3</c:v>
                </c:pt>
                <c:pt idx="3">
                  <c:v>28.4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(8)</c:v>
                </c:pt>
                <c:pt idx="1">
                  <c:v>1.5-hour call-outs (10)</c:v>
                </c:pt>
                <c:pt idx="2">
                  <c:v>2-hour call-outs (15)</c:v>
                </c:pt>
                <c:pt idx="3">
                  <c:v>2.5-hour call-outs (7)</c:v>
                </c:pt>
                <c:pt idx="4">
                  <c:v>3-hour call-outs (9)</c:v>
                </c:pt>
                <c:pt idx="5">
                  <c:v>4-hour call-outs (5)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37.0</c:v>
                </c:pt>
                <c:pt idx="1">
                  <c:v>41.0</c:v>
                </c:pt>
                <c:pt idx="2">
                  <c:v>44.3</c:v>
                </c:pt>
                <c:pt idx="3">
                  <c:v>44.7</c:v>
                </c:pt>
                <c:pt idx="4">
                  <c:v>44.8</c:v>
                </c:pt>
                <c:pt idx="5">
                  <c:v>45.5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2.3249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0.0"%";[Red](0.0"%")</c:formatCode>
                <c:ptCount val="22"/>
                <c:pt idx="0">
                  <c:v>33.1</c:v>
                </c:pt>
                <c:pt idx="1">
                  <c:v>37.0</c:v>
                </c:pt>
                <c:pt idx="2">
                  <c:v>40.4</c:v>
                </c:pt>
                <c:pt idx="3">
                  <c:v>42.7</c:v>
                </c:pt>
                <c:pt idx="4">
                  <c:v>36.4</c:v>
                </c:pt>
                <c:pt idx="5">
                  <c:v>36.5</c:v>
                </c:pt>
                <c:pt idx="6">
                  <c:v>38.4</c:v>
                </c:pt>
                <c:pt idx="7">
                  <c:v>35.5</c:v>
                </c:pt>
                <c:pt idx="8">
                  <c:v>40.5</c:v>
                </c:pt>
                <c:pt idx="9">
                  <c:v>35.6</c:v>
                </c:pt>
                <c:pt idx="10">
                  <c:v>43.8</c:v>
                </c:pt>
                <c:pt idx="11">
                  <c:v>37.6</c:v>
                </c:pt>
                <c:pt idx="12">
                  <c:v>38.4</c:v>
                </c:pt>
                <c:pt idx="13">
                  <c:v>33.7</c:v>
                </c:pt>
                <c:pt idx="14">
                  <c:v>37.4</c:v>
                </c:pt>
                <c:pt idx="15">
                  <c:v>35.3</c:v>
                </c:pt>
                <c:pt idx="16">
                  <c:v>38.6</c:v>
                </c:pt>
                <c:pt idx="17">
                  <c:v>35.6</c:v>
                </c:pt>
                <c:pt idx="18">
                  <c:v>41.7</c:v>
                </c:pt>
                <c:pt idx="19">
                  <c:v>39.0</c:v>
                </c:pt>
                <c:pt idx="20">
                  <c:v>38.5</c:v>
                </c:pt>
                <c:pt idx="21">
                  <c:v>36.8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July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July's jobs made $71,121 gross margin (36.8%). Technician time not charged to jobs took ($2,214) and overheads $59,440, leaving $13,895 profit before tax (7.2% of revenue). To cover overheads, jobs need a 29.6%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July · All jobs: 36.8%; Job gross margin, June · All jobs: 38.5%; Gross margin jobs need to break even: 29.6%. In July maintenance contracts made a 59.5% job gross margin, installations made a 28.3% job gross margin, call-outs and repairs made a 43.4% job gross margin (technician time at $68 an hour, wages and all on-costs). Jobs need 29.6% just to cover overheads. Installations: 28.3% gross margin, 6.7 points under the 35.0% target: about $8,580 on $127,600 of revenue in July. It's below the 29.6% needed to cover overheads, too. Maintenance contracts: 59.5% gross margin, 24.5 points over the 35.0% target ($9,941 ahead on $40,500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July · Maintenance contracts: 59.5%; Job gross margin, June · Maintenance contracts: 59.5%; Gross margin jobs need to break even: 29.6%. All 14 contracts made more than the 35.0% job gross margin target. The thinnest was Kangaroo Point townhouses at 58.2% job gross margin: 14.0 h of technician time on a $2,400 monthly fee. The thinnest, Kangaroo Point townhouses: 58.2% gross margin, 23.3 points over the 35.0% target ($558 ahead on $2,400 in July). All maintenance contracts: 59.5% gross margin, 24.5 points over the 35.0% target ($9,941 ahead on $40,500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July 2026. The month's fee less materials and technician time at $68/hour. Target 35.0% is what to price for; break-even 29.6%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July · Installations: 28.3%; Job gross margin, June · Installations: 28.5%; Gross margin jobs need to break even: 29.6%. 4 of the 4 installation jobs invoiced in July made less than the 35.0% job gross margin target. The Installation 2, July made a 28.2% job gross margin: 133.0 h of technician time ($9,044) and $2,700 of subcontractors on a $34,600 job. Jobs need 29.6% gross margin just to cover overheads. 4 installations under the 35.0% target, worth about $8,580 between them on $127,600 of revenue. The biggest gap, Installation 2, July: 28.2% gross margin, 6.8 points under the 35.0% target: about $2,354 on $34,600 of revenue in July. It's below the 29.6%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July · Call-outs and repairs: 43.4%; Job gross margin, June · Call-outs and repairs: 44.6%; Gross margin jobs need to break even: 29.6%; Technician time charged, July: $17,046; Materials charged, July: $8,099. 54 call-outs in July billed $17,046 of technician time and $8,099 of materials ($6,230 at cost plus 30%), and made a 43.4% job gross margin between them. Gross margins run from 37.0% to 45.5% by length: the hourly rate covers technician time comfortably, so the gross margin mostly moves with how much material goes on the van. All call-outs: 43.4% gross margin, 8.4 points over the 35.0% target ($2,124 ahead on $25,145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July's jobs made $71,121 gross margin (36.8%). Technician time not charged to jobs took ($2,214) and overheads $59,440, leaving $13,895 profit before tax (7.2% of revenue). To cover overheads, jobs need a 29.6%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$56,814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($2,214)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$73,335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$59,440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$13,895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$193,245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July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29.6%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186082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88802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69889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572609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29.6%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July maintenance contracts made a 59.5% job gross margin, installations made a 28.3% job gross margin, call-outs and repairs made a 43.4% job gross margin (technician time at $68 an hour, wages and all on-costs). Jobs need 29.6%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28.3% gross margin, 6.7 points under the 35.0% target: about $8,580 on $127,600 of revenue in July. It's below the 29.6% needed to cover overheads, too. Maintenance contracts: 59.5% gross margin, 24.5 points over the 35.0% target ($9,941 ahead on $40,500 in July).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29.6%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58.2% job gross margin: 14.0 h of technician time on a $2,400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58.2% gross margin, 23.3 points over the 35.0% target ($558 ahead on $2,400 in July). All maintenance contracts: 59.5% gross margin, 24.5 points over the 35.0% target ($9,941 ahead on $40,500 in July).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29.6%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7040851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571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47065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49785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29.6%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28.3%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28.5%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29.6%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650540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553260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29.6%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 of the 4 installation jobs invoiced in July made less than the 35.0% job gross margin target. The Installation 2, July made a 28.2% job gross margin: 133.0 h of technician time ($9,044) and $2,700 of subcontractors on a $34,600 job. Jobs need 29.6%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 installations under the 35.0% target, worth about $8,580 between them on $127,600 of revenue. The biggest gap, Installation 2, July: 28.2% gross margin, 6.8 points under the 35.0% target: about $2,354 on $34,600 of revenue in July. It's below the 29.6%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29.6%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$17,046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67.8%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July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$8,099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$6,230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8215526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18246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40505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43225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29.6%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54 call-outs in July billed $17,046 of technician time and $8,099 of materials ($6,230 at cost plus 30%), and made a 43.4% job gross margin between them. Gross margins run from 37.0% to 45.5%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43.4% gross margin, 8.4 points over the 35.0% target ($2,124 ahead on $25,145 in July).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