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43.4</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36080</c:v>
                </c:pt>
                <c:pt idx="1">
                  <c:v>10925</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0.0"%";[Red](0.0"%")</c:formatCode>
                <c:ptCount val="4"/>
                <c:pt idx="0">
                  <c:v>28.2</c:v>
                </c:pt>
                <c:pt idx="1">
                  <c:v>28.2</c:v>
                </c:pt>
                <c:pt idx="2">
                  <c:v>28.3</c:v>
                </c:pt>
                <c:pt idx="3">
                  <c:v>28.4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$#,##0;[Red]($#,##0);"-"</c:formatCode>
                <c:ptCount val="4"/>
                <c:pt idx="0">
                  <c:v>9396</c:v>
                </c:pt>
                <c:pt idx="1">
                  <c:v>9756</c:v>
                </c:pt>
                <c:pt idx="2">
                  <c:v>8644</c:v>
                </c:pt>
                <c:pt idx="3">
                  <c:v>8284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0.0"%";[Red](0.0"%")</c:formatCode>
                <c:ptCount val="6"/>
                <c:pt idx="0">
                  <c:v>37.0</c:v>
                </c:pt>
                <c:pt idx="1">
                  <c:v>41.0</c:v>
                </c:pt>
                <c:pt idx="2">
                  <c:v>44.3</c:v>
                </c:pt>
                <c:pt idx="3">
                  <c:v>44.7</c:v>
                </c:pt>
                <c:pt idx="4">
                  <c:v>44.8</c:v>
                </c:pt>
                <c:pt idx="5">
                  <c:v>45.5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$#,##0;[Red]($#,##0);"-"</c:formatCode>
                <c:ptCount val="6"/>
                <c:pt idx="0">
                  <c:v>925</c:v>
                </c:pt>
                <c:pt idx="1">
                  <c:v>1505</c:v>
                </c:pt>
                <c:pt idx="2">
                  <c:v>2727</c:v>
                </c:pt>
                <c:pt idx="3">
                  <c:v>1579</c:v>
                </c:pt>
                <c:pt idx="4">
                  <c:v>2424</c:v>
                </c:pt>
                <c:pt idx="5">
                  <c:v>1765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July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July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$71,121</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$56,814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($2,214)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$73,335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$59,440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$13,895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$193,245</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7.2%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36.8%</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38.5%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July maintenance contracts made a 59.5% job gross margin, installations made a 28.3% job gross margin, call-outs and repairs made a 43.4% job gross margin (technician time at $68 an hour, wages and all on-costs). Jobs need 29.6%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28.6 points clear of the 29.6%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28.5%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4 installation jobs invoiced in July made less than the 35.0% job gross margin target. The Installation 2, July made a 28.2% job gross margin: 133.0 h of technician time ($9,044) and $2,700 of subcontractors on a $34,600 job. Jobs need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29.6% overheads need: Installation 3, July (28.4%), Installation 1, July (28.3%), Installation 4, July (28.2%), Installation 2, July (28.2%). Most profitable: Installation 3, July (28.4%).</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June 44.6%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July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$17,046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67.8%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July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$8,099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$6,230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54 call-outs in July billed $17,046 of technician time and $8,099 of materials ($6,230 at cost plus 30%), and made a 43.4% job gross margin between them. Gross margins run from 37.0% to 45.5%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