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36.0</c:v>
                </c:pt>
                <c:pt idx="1">
                  <c:v>47.8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J-2543</c:v>
                </c:pt>
                <c:pt idx="1">
                  <c:v>Installation J-2542</c:v>
                </c:pt>
                <c:pt idx="2">
                  <c:v>Installation J-2541</c:v>
                </c:pt>
                <c:pt idx="3">
                  <c:v>Installation J-2540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35.9</c:v>
                </c:pt>
                <c:pt idx="1">
                  <c:v>36.0</c:v>
                </c:pt>
                <c:pt idx="2">
                  <c:v>36.0</c:v>
                </c:pt>
                <c:pt idx="3">
                  <c:v>36.1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76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(10)</c:v>
                </c:pt>
                <c:pt idx="2">
                  <c:v>2-hour call-outs (15)</c:v>
                </c:pt>
                <c:pt idx="3">
                  <c:v>2.5-hour call-outs (7)</c:v>
                </c:pt>
                <c:pt idx="4">
                  <c:v>3-hour call-outs (9)</c:v>
                </c:pt>
                <c:pt idx="5">
                  <c:v>4-hour call-outs (5)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40.4</c:v>
                </c:pt>
                <c:pt idx="1">
                  <c:v>45.0</c:v>
                </c:pt>
                <c:pt idx="2">
                  <c:v>48.8</c:v>
                </c:pt>
                <c:pt idx="3">
                  <c:v>49.3</c:v>
                </c:pt>
                <c:pt idx="4">
                  <c:v>49.4</c:v>
                </c:pt>
                <c:pt idx="5">
                  <c:v>50.2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7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July · All jobs: 43.4%; Job gross margin, June · All jobs: 44.8%; Gross margin jobs need to break even: 39.8%. In July maintenance contracts made a 63.9% job gross margin, installations made a 36.0% job gross margin, call-outs and repairs made a 47.8% job gross margin (technician time at $68 an hour, wages and all on-costs). Jobs need 39.8% just to cover overheads. 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July · Maintenance contracts: 63.9%; Job gross margin, June · Maintenance contracts: 63.9%; Gross margin jobs need to break even: 39.8%.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July 2026. The month's fee less materials and technician time at $68/hour. Target 35.0% is what to price for; break-even 39.8%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July · Installations: 36.0%; Job gross margin, June · Installations: 36.2%; Gross margin jobs need to break even: 39.8%. 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 Every installation cleared the 35.0% target. Most profitable: Installation J-2540 (36.1%).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July · Call-outs and repairs: 47.8%; Job gross margin, June · Call-outs and repairs: 49.1%; Gross margin jobs need to break even: 39.8%; Technician time charged, July: $19,161; Materials charged, July: $8,099. 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 All call-outs: 47.8% gross margin, 12.8 points over the 35.0% target ($3,499 ahead on $27,260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$83,205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$26,391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July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294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8566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maintenance contracts made a 63.9% job gross margin, installations made a 36.0% job gross margin, call-outs and repairs made a 47.8% job gross margin (technician time at $68 an hour, wages and all on-costs). Jobs need 39.8%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598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625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4211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4483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J-2540 (36.1%).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$19,161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$8,099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$6,230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8059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86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4974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5246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47.8% gross margin, 12.8 points over the 35.0% target ($3,499 ahead on $27,260 in July).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