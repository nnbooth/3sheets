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1.5</c:v>
                </c:pt>
                <c:pt idx="1">
                  <c:v>1.3</c:v>
                </c:pt>
                <c:pt idx="2">
                  <c:v>1.9</c:v>
                </c:pt>
                <c:pt idx="3">
                  <c:v>2.3</c:v>
                </c:pt>
                <c:pt idx="4">
                  <c:v>2.8</c:v>
                </c:pt>
                <c:pt idx="5">
                  <c:v>2.4</c:v>
                </c:pt>
                <c:pt idx="6">
                  <c:v>3.6</c:v>
                </c:pt>
                <c:pt idx="7">
                  <c:v>2.6</c:v>
                </c:pt>
                <c:pt idx="8">
                  <c:v>2.8</c:v>
                </c:pt>
                <c:pt idx="9">
                  <c:v>2.4</c:v>
                </c:pt>
                <c:pt idx="10">
                  <c:v>4.6</c:v>
                </c:pt>
                <c:pt idx="11">
                  <c:v>3.0</c:v>
                </c:pt>
                <c:pt idx="12">
                  <c:v>4.0</c:v>
                </c:pt>
                <c:pt idx="13">
                  <c:v>3.9</c:v>
                </c:pt>
                <c:pt idx="14">
                  <c:v>3.5</c:v>
                </c:pt>
                <c:pt idx="15">
                  <c:v>3.8</c:v>
                </c:pt>
                <c:pt idx="16">
                  <c:v>5.8</c:v>
                </c:pt>
                <c:pt idx="17">
                  <c:v>5.6</c:v>
                </c:pt>
                <c:pt idx="18">
                  <c:v>5.8</c:v>
                </c:pt>
                <c:pt idx="19">
                  <c:v>6.5</c:v>
                </c:pt>
                <c:pt idx="20">
                  <c:v>5.4</c:v>
                </c:pt>
                <c:pt idx="21">
                  <c:v>6.2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5.5</c:v>
                </c:pt>
                <c:pt idx="1">
                  <c:v>8.5</c:v>
                </c:pt>
                <c:pt idx="2">
                  <c:v>18.0</c:v>
                </c:pt>
                <c:pt idx="3">
                  <c:v>37.5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3.1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T6</c:v>
                </c:pt>
                <c:pt idx="1">
                  <c:v>Technician T2</c:v>
                </c:pt>
                <c:pt idx="2">
                  <c:v>Technician T3</c:v>
                </c:pt>
                <c:pt idx="3">
                  <c:v>Technician T1</c:v>
                </c:pt>
                <c:pt idx="4">
                  <c:v>Technician T7</c:v>
                </c:pt>
                <c:pt idx="5">
                  <c:v>Technician T4</c:v>
                </c:pt>
                <c:pt idx="6">
                  <c:v>Technician T5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2.5</c:v>
                </c:pt>
                <c:pt idx="1">
                  <c:v>3.5</c:v>
                </c:pt>
                <c:pt idx="2">
                  <c:v>7.5</c:v>
                </c:pt>
                <c:pt idx="3">
                  <c:v>11.0</c:v>
                </c:pt>
                <c:pt idx="4">
                  <c:v>14.0</c:v>
                </c:pt>
                <c:pt idx="5">
                  <c:v>15.0</c:v>
                </c:pt>
                <c:pt idx="6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July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July: 6.2%; Overtime hours, July: 69.5 h; July last year: 2.4%. Technicians worked 69.5 h of overtime in July, 6.2% of ordinary hours (target under 5.0%), against 5.4% in June. Over the last year it has gone from 2.4% to 6.2%. After-hours call-out is the main reason: 37.5 h, 54.0% of the overtime. Technician T5 carried the most (16.0 h). Above target by 13.3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July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July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62.5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27.5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69.5 h of overtime in July, 6.2% of ordinary hours (target under 5.0%), against 5.4% in June. Over the last year it has gone from 2.4% to 6.2%.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37.5 h, 54.0% of the overtime. Technician T5 carried the most (16.0 h). Above target by 13.3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