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% of ordinary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0.0"%";[Red](0.0"%")</c:formatCode>
                <c:ptCount val="22"/>
                <c:pt idx="0">
                  <c:v>1.6</c:v>
                </c:pt>
                <c:pt idx="1">
                  <c:v>2.7</c:v>
                </c:pt>
                <c:pt idx="2">
                  <c:v>2.2</c:v>
                </c:pt>
                <c:pt idx="3">
                  <c:v>3.0</c:v>
                </c:pt>
                <c:pt idx="4">
                  <c:v>4.6</c:v>
                </c:pt>
                <c:pt idx="5">
                  <c:v>4.4</c:v>
                </c:pt>
                <c:pt idx="6">
                  <c:v>3.6</c:v>
                </c:pt>
                <c:pt idx="7">
                  <c:v>3.7</c:v>
                </c:pt>
                <c:pt idx="8">
                  <c:v>2.8</c:v>
                </c:pt>
                <c:pt idx="9">
                  <c:v>3.3</c:v>
                </c:pt>
                <c:pt idx="10">
                  <c:v>3.3</c:v>
                </c:pt>
                <c:pt idx="11">
                  <c:v>3.7</c:v>
                </c:pt>
                <c:pt idx="12">
                  <c:v>3.9</c:v>
                </c:pt>
                <c:pt idx="13">
                  <c:v>3.8</c:v>
                </c:pt>
                <c:pt idx="14">
                  <c:v>7.7</c:v>
                </c:pt>
                <c:pt idx="15">
                  <c:v>3.1</c:v>
                </c:pt>
                <c:pt idx="16">
                  <c:v>4.2</c:v>
                </c:pt>
                <c:pt idx="17">
                  <c:v>4.2</c:v>
                </c:pt>
                <c:pt idx="18">
                  <c:v>5.9</c:v>
                </c:pt>
                <c:pt idx="19">
                  <c:v>6.7</c:v>
                </c:pt>
                <c:pt idx="20">
                  <c:v>7.2</c:v>
                </c:pt>
                <c:pt idx="21">
                  <c:v>4.9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Why the overtime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cat>
            <c:strRef>
              <c:f>Sheet1!$A$2:$A$5</c:f>
              <c:strCache>
                <c:ptCount val="4"/>
                <c:pt idx="0">
                  <c:v>Paperwork and quotes</c:v>
                </c:pt>
                <c:pt idx="1">
                  <c:v>Installation ran over</c:v>
                </c:pt>
                <c:pt idx="2">
                  <c:v>Short-staffed</c:v>
                </c:pt>
                <c:pt idx="3">
                  <c:v>After-hours call-out</c:v>
                </c:pt>
              </c:strCache>
            </c:strRef>
          </c:cat>
          <c:val>
            <c:numRef>
              <c:f>Sheet1!$B$2:$B$5</c:f>
              <c:numCache>
                <c:formatCode>#,##0;[Red](#,##0)</c:formatCode>
                <c:ptCount val="4"/>
                <c:pt idx="0">
                  <c:v>9.0</c:v>
                </c:pt>
                <c:pt idx="1">
                  <c:v>10.5</c:v>
                </c:pt>
                <c:pt idx="2">
                  <c:v>11.0</c:v>
                </c:pt>
                <c:pt idx="3">
                  <c:v>27.0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1.049999999999997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by technician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cat>
            <c:strRef>
              <c:f>Sheet1!$A$2:$A$8</c:f>
              <c:strCache>
                <c:ptCount val="7"/>
                <c:pt idx="0">
                  <c:v>Technician T4</c:v>
                </c:pt>
                <c:pt idx="1">
                  <c:v>Technician T6</c:v>
                </c:pt>
                <c:pt idx="2">
                  <c:v>Technician T7</c:v>
                </c:pt>
                <c:pt idx="3">
                  <c:v>Technician T3</c:v>
                </c:pt>
                <c:pt idx="4">
                  <c:v>Technician T2</c:v>
                </c:pt>
                <c:pt idx="5">
                  <c:v>Technician T5</c:v>
                </c:pt>
                <c:pt idx="6">
                  <c:v>Technician T1</c:v>
                </c:pt>
              </c:strCache>
            </c:strRef>
          </c:cat>
          <c:val>
            <c:numRef>
              <c:f>Sheet1!$B$2:$B$8</c:f>
              <c:numCache>
                <c:formatCode>#,##0;[Red](#,##0)</c:formatCode>
                <c:ptCount val="7"/>
                <c:pt idx="0">
                  <c:v>2.0</c:v>
                </c:pt>
                <c:pt idx="1">
                  <c:v>4.0</c:v>
                </c:pt>
                <c:pt idx="2">
                  <c:v>5.0</c:v>
                </c:pt>
                <c:pt idx="3">
                  <c:v>8.5</c:v>
                </c:pt>
                <c:pt idx="4">
                  <c:v>8.5</c:v>
                </c:pt>
                <c:pt idx="5">
                  <c:v>9.0</c:v>
                </c:pt>
                <c:pt idx="6">
                  <c:v>20.5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3.57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Sample Electrical &amp; Air Pty Ltd. Period: July 2026. In short: Overtime was 4.9% of ordinary hours in July (target under 5.0%), up from 3.3% a year earlier. Each technician's paid hours, day by day: ordinary hours and overtime, with the main reason for the overtime.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Overtime, July: 4.9%; Overtime hours, July: 57.5 h; July last year: 3.3%. Technicians worked 57.5 h of overtime in July, 4.9% of ordinary hours (target under 5.0%), against 7.2% in June. Over the last year it has gone from 3.3% to 4.9%. After-hours call-out is the main reason: 27.0 h, 47.0% of the overtime. Technician T1 carried the most (20.5 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the overtime, July 2026. Overtime hours by main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Overtime by technician, July 2026. Technicians are codes, not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July 2026. In short: Overtime was 4.9% of ordinary hours in July (target under 5.0%), up from 3.3% a year earlier. Each technician's paid hours, day by day: ordinary hours and overtime, with the main reason for the overtime.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2026: Locked. June 2026 is locked (closed 2 Jul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2026: Locked. July 2026 is locked (closed 4 Aug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Overtime, July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of ordinary hours · target under 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 hours, July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57.5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June 81.0 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last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34.5 h of overtime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Technicians worked 57.5 h of overtime in July, 4.9% of ordinary hours (target under 5.0%), against 7.2% in June. Over the last year it has gone from 3.3% to 4.9%.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After-hours call-out is the main reason: 27.0 h, 47.0% of the overtime. Technician T1 carried the most (20.5 h).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the overtime, July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hours by main reason.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Overtime by technician, July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Technicians are codes, not names.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