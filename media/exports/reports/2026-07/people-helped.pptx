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dPt>
            <c:idx val="4"/>
            <c:spPr>
              <a:solidFill>
                <a:srgbClr val="7D8790"/>
              </a:solidFill>
            </c:spPr>
          </c:dPt>
          <c:cat>
            <c:strRef>
              <c:f>Sheet1!$A$2:$A$6</c:f>
              <c:strCache>
                <c:ptCount val="5"/>
                <c:pt idx="0">
                  <c:v>Digital literacy</c:v>
                </c:pt>
                <c:pt idx="1">
                  <c:v>Mental health first aid</c:v>
                </c:pt>
                <c:pt idx="2">
                  <c:v>Housing support</c:v>
                </c:pt>
                <c:pt idx="3">
                  <c:v>Community meals</c:v>
                </c:pt>
                <c:pt idx="4">
                  <c:v>Youth outreach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82.3</c:v>
                </c:pt>
                <c:pt idx="1">
                  <c:v>83.8</c:v>
                </c:pt>
                <c:pt idx="2">
                  <c:v>83.9</c:v>
                </c:pt>
                <c:pt idx="3">
                  <c:v>84.1</c:v>
                </c:pt>
                <c:pt idx="4">
                  <c:v>85.1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4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#,##0;[Red](#,##0)</c:formatCode>
                <c:ptCount val="22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  <c:pt idx="19">
                  <c:v>487</c:v>
                </c:pt>
                <c:pt idx="20">
                  <c:v>490</c:v>
                </c:pt>
                <c:pt idx="21">
                  <c:v>497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July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July: 497; Couldn't reach, July: 94; Share reached, July: 84.1%. 497 people were helped in July, and 94 came to a program but couldn't be helped: 84.1% reached (target 90.0%), against 83.8% in June. Digital literacy reached the smallest share: 82.3% (11 couldn't be helped). The main reason: program at capacity (33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July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490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July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July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84.1%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28067" y="2623108"/>
            <a:ext cx="0" cy="2333549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30787" y="495665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15356"/>
            <a:ext cx="5501487" cy="839724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57022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844540"/>
            <a:ext cx="5227167" cy="47396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497 people were helped in July, and 94 came to a program but couldn't be helped: 84.1% reached (target 90.0%), against 83.8% in June.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515356"/>
            <a:ext cx="5501487" cy="839724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57022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844540"/>
            <a:ext cx="5227167" cy="47396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reached the smallest share: 82.3% (11 couldn't be helped). The main reason: program at capacity (33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July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