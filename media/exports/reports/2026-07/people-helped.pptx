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Youth outreach</c:v>
                </c:pt>
                <c:pt idx="2">
                  <c:v>Digital literacy</c:v>
                </c:pt>
                <c:pt idx="3">
                  <c:v>Housing support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79.5</c:v>
                </c:pt>
                <c:pt idx="1">
                  <c:v>80.3</c:v>
                </c:pt>
                <c:pt idx="2">
                  <c:v>83.6</c:v>
                </c:pt>
                <c:pt idx="3">
                  <c:v>83.9</c:v>
                </c:pt>
                <c:pt idx="4">
                  <c:v>88.2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July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July: 497; Couldn't reach, July: 97; Share reached, July: 83.7%. 497 people were helped in July, and 97 came to a program but couldn't be helped: 83.7% reached (target 90.0%), against 82.8% in June. Mental health first aid reached the smallest share: 79.5% (16 couldn't be helped). The main reason: program at capacity (37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July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490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497 people were helped in July, and 97 came to a program but couldn't be helped: 83.7% reached (target 90.0%), against 82.8% in June.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79.5% (16 couldn't be helped). The main reason: program at capacity (37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