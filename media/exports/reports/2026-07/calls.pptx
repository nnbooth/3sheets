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102</c:v>
                </c:pt>
                <c:pt idx="1">
                  <c:v>176</c:v>
                </c:pt>
                <c:pt idx="2">
                  <c:v>149</c:v>
                </c:pt>
                <c:pt idx="3">
                  <c:v>124</c:v>
                </c:pt>
                <c:pt idx="4">
                  <c:v>140</c:v>
                </c:pt>
                <c:pt idx="5">
                  <c:v>120</c:v>
                </c:pt>
                <c:pt idx="6">
                  <c:v>142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2.3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#,##0;[Red](#,##0)</c:formatCode>
                <c:ptCount val="22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  <c:pt idx="15">
                  <c:v>726</c:v>
                </c:pt>
                <c:pt idx="16">
                  <c:v>678</c:v>
                </c:pt>
                <c:pt idx="17">
                  <c:v>865</c:v>
                </c:pt>
                <c:pt idx="18">
                  <c:v>731</c:v>
                </c:pt>
                <c:pt idx="19">
                  <c:v>757</c:v>
                </c:pt>
                <c:pt idx="20">
                  <c:v>951</c:v>
                </c:pt>
                <c:pt idx="21">
                  <c:v>953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July 2026. In short: 953 calls in July: 79.0% answered while staffed (target 90.0%); 49.0%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July: 953; Answered while staffed, July: 79.0%; Calls outside staffed hours, July: 49.0%; Median wait when answered, July: 89 sec. 953 calls for help came in during July. While the line was staffed, 79.0% were answered (target 90.0%); 49.0% of all calls came outside staffed hours and went to voicemail. The busiest time was 5 to 8pm (176 calls). 176 calls came between 5 and 8pm, when no-one is on the line. 102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953 calls in July: 79.0% answered while staffed (target 90.0%); 49.0%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951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July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467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89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384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953 calls for help came in during July. While the line was staffed, 79.0% were answered (target 90.0%); 49.0% of all calls came outside staffed hours and went to voicemail. The busiest time was 5 to 8pm (176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176 calls came between 5 and 8pm, when no-one is on the line. 102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