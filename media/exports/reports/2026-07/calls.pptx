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After 8pm</c:v>
                </c:pt>
                <c:pt idx="1">
                  <c:v>5 to 8pm</c:v>
                </c:pt>
                <c:pt idx="2">
                  <c:v>2 to 5pm</c:v>
                </c:pt>
                <c:pt idx="3">
                  <c:v>Noon to 2pm</c:v>
                </c:pt>
                <c:pt idx="4">
                  <c:v>10am to noon</c:v>
                </c:pt>
                <c:pt idx="5">
                  <c:v>8:30 to 10am</c:v>
                </c:pt>
                <c:pt idx="6">
                  <c:v>Before 8:30am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104</c:v>
                </c:pt>
                <c:pt idx="1">
                  <c:v>179</c:v>
                </c:pt>
                <c:pt idx="2">
                  <c:v>130</c:v>
                </c:pt>
                <c:pt idx="3">
                  <c:v>117</c:v>
                </c:pt>
                <c:pt idx="4">
                  <c:v>141</c:v>
                </c:pt>
                <c:pt idx="5">
                  <c:v>119</c:v>
                </c:pt>
                <c:pt idx="6">
                  <c:v>151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5.8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#,##0;[Red](#,##0)</c:formatCode>
                <c:ptCount val="22"/>
                <c:pt idx="0">
                  <c:v>659</c:v>
                </c:pt>
                <c:pt idx="1">
                  <c:v>655</c:v>
                </c:pt>
                <c:pt idx="2">
                  <c:v>685</c:v>
                </c:pt>
                <c:pt idx="3">
                  <c:v>714</c:v>
                </c:pt>
                <c:pt idx="4">
                  <c:v>683</c:v>
                </c:pt>
                <c:pt idx="5">
                  <c:v>725</c:v>
                </c:pt>
                <c:pt idx="6">
                  <c:v>620</c:v>
                </c:pt>
                <c:pt idx="7">
                  <c:v>754</c:v>
                </c:pt>
                <c:pt idx="8">
                  <c:v>783</c:v>
                </c:pt>
                <c:pt idx="9">
                  <c:v>871</c:v>
                </c:pt>
                <c:pt idx="10">
                  <c:v>852</c:v>
                </c:pt>
                <c:pt idx="11">
                  <c:v>781</c:v>
                </c:pt>
                <c:pt idx="12">
                  <c:v>792</c:v>
                </c:pt>
                <c:pt idx="13">
                  <c:v>675</c:v>
                </c:pt>
                <c:pt idx="14">
                  <c:v>725</c:v>
                </c:pt>
                <c:pt idx="15">
                  <c:v>756</c:v>
                </c:pt>
                <c:pt idx="16">
                  <c:v>763</c:v>
                </c:pt>
                <c:pt idx="17">
                  <c:v>774</c:v>
                </c:pt>
                <c:pt idx="18">
                  <c:v>751</c:v>
                </c:pt>
                <c:pt idx="19">
                  <c:v>781</c:v>
                </c:pt>
                <c:pt idx="20">
                  <c:v>974</c:v>
                </c:pt>
                <c:pt idx="21">
                  <c:v>941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Sample Community Services Ltd. Period: July 2026.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Calls for help, July: 941; Answered while staffed, July: 79.4%; Calls outside staffed hours, July: 52.0%; Median wait when answered, July: 85 sec. 941 calls for help came in during July. While the line was staffed, 79.4% were answered (target 90.0%); 52.0% of all calls came outside staffed hours and went to voicemail. The busiest time was 5 to 8pm (179 calls). 179 calls came between 5 and 8pm, when no-one is on the line. 93 callers hung up waiting while the line was staffed.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Calls for help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6:42pm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When the calls come in,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for help, July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974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Answered while staffed, July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79.4%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outside staffed hours, July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52.0%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489 calls to voicemail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 when answered, July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85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359 answered calls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941 calls for help came in during July. While the line was staffed, 79.4% were answered (target 90.0%); 52.0% of all calls came outside staffed hours and went to voicemail. The busiest time was 5 to 8pm (179 calls).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179 calls came between 5 and 8pm, when no-one is on the line. 93 callers hung up waiting while the line was staffed.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6:42pm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Calls for help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6:42pm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