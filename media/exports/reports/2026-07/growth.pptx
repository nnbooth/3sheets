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  <c:pt idx="20">
                  <c:v>173163</c:v>
                </c:pt>
                <c:pt idx="21">
                  <c:v>193245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  <c:pt idx="20">
                  <c:v>40500</c:v>
                </c:pt>
                <c:pt idx="21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  <c:pt idx="20">
                  <c:v>103200</c:v>
                </c:pt>
                <c:pt idx="21">
                  <c:v>127600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  <c:pt idx="20">
                  <c:v>29463</c:v>
                </c:pt>
                <c:pt idx="21">
                  <c:v>25145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  <c:pt idx="16">
                  <c:v>100055</c:v>
                </c:pt>
                <c:pt idx="17">
                  <c:v>109865</c:v>
                </c:pt>
                <c:pt idx="18">
                  <c:v>80590</c:v>
                </c:pt>
                <c:pt idx="19">
                  <c:v>77090</c:v>
                </c:pt>
                <c:pt idx="20">
                  <c:v>115550</c:v>
                </c:pt>
                <c:pt idx="21">
                  <c:v>120755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  <c:pt idx="16">
                  <c:v>62955</c:v>
                </c:pt>
                <c:pt idx="17">
                  <c:v>75165</c:v>
                </c:pt>
                <c:pt idx="18">
                  <c:v>47090</c:v>
                </c:pt>
                <c:pt idx="19">
                  <c:v>43590</c:v>
                </c:pt>
                <c:pt idx="20">
                  <c:v>76650</c:v>
                </c:pt>
                <c:pt idx="21">
                  <c:v>79455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  <c:pt idx="17">
                  <c:v>28300</c:v>
                </c:pt>
                <c:pt idx="18">
                  <c:v>28300</c:v>
                </c:pt>
                <c:pt idx="19">
                  <c:v>28300</c:v>
                </c:pt>
                <c:pt idx="20">
                  <c:v>32500</c:v>
                </c:pt>
                <c:pt idx="21">
                  <c:v>32500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  <c:pt idx="16">
                  <c:v>8800</c:v>
                </c:pt>
                <c:pt idx="17">
                  <c:v>6400</c:v>
                </c:pt>
                <c:pt idx="18">
                  <c:v>5200</c:v>
                </c:pt>
                <c:pt idx="19">
                  <c:v>5200</c:v>
                </c:pt>
                <c:pt idx="20">
                  <c:v>6400</c:v>
                </c:pt>
                <c:pt idx="21">
                  <c:v>8800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July against July last year: 3.5%; Year to date against the same period last year: 3.5%; Gross margin, year to date: 36.8%. Revenue is 3.5% up on the same period last year, year to date ($193,245 against $186,760). Maintenance contracts make the highest gross margin (59.5%); Installations the lowest (28.3%). The business needs 29.6% gross margin just to cover overheads. Installations: 28.3% gross margin, 6.7 points under the 35.0% target: about $8,580 on $127,600 of revenue this financial year to date. It's below the 29.6% needed to cover overheads, too. Maintenance contracts: 59.5% gross margin, 24.5 points over the 35.0% target ($9,941 ahead on $40,500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July against July last year: 22.0%; Year to date against the same period last year: 22.0%; Gross margin, year to date: 59.5%. Maintenance contracts brought in $40,500 this financial year to date, 22.0% on the same period last year (faster than the business as a whole, 3.5%), at a 59.5% gross margin (above the 36.8% overall). Maintenance contracts: 59.5% gross margin, 24.5 points over the 35.0% target ($9,941 ahead on $40,500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July against July last year: (6.0%); Year to date against the same period last year: (6.0%); Gross margin, year to date: 28.3%. Installations brought in $127,600 this financial year to date, (6.0%) on the same period last year (slower than the business as a whole, 3.5%), at a 28.3% gross margin (below the 36.8% overall). Installations: 28.3% gross margin, 6.7 points under the 35.0% target: about $8,580 on $127,600 of revenue this financial year to date. It's below the 29.6%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July against July last year: 41.6%; Year to date against the same period last year: 41.6%; Gross margin, year to date: 43.4%. Call-outs and repairs brought in $25,145 this financial year to date, 41.6% on the same period last year (faster than the business as a whole, 3.5%), at a 43.4% gross margin (above the 36.8% overall). Call-outs and repairs: 43.4% gross margin, 8.4 points over the 35.0% target ($2,124 ahead on $25,145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2026) against the same period last year · Trades. From gross margin to profit: July's jobs made $71,121 gross margin (36.8%). Technician time not charged to jobs took ($2,214) and overheads $59,440, leaving $13,895 profit before tax (7.2% of revenue). To cover overheads, jobs need a 29.6%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July against July last year: 39.9%; Year to date against the same period last year: 39.9%; Gross margin, year to date: 60.5%. Revenue is 39.9% up on the same period last year, year to date ($120,755 against $86,320). Training makes the highest gross margin (69.3%); Projects the lowest (59.6%). The business needs 46.9% gross margin just to cover overheads. Projects: 59.6% gross margin, 19.6 points over the 40.0% target ($15,593 ahead on $79,455 this financial year to date). Training: 69.3% gross margin, 29.3 points over the 40.0% target ($2,580 ahead on $8,800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July against July last year: 22.6%; Year to date against the same period last year: 22.6%; Gross margin, year to date: 59.6%. Projects brought in $79,455 this financial year to date, 22.6% on the same period last year (slower than the business as a whole, 39.9%), at a 59.6% gross margin (below the 60.5% overall). Projects: 59.6% gross margin, 19.6 points over the 40.0% target ($15,593 ahead on $79,455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July against July last year: 99.4%; Year to date against the same period last year: 99.4%; Gross margin, year to date: 60.3%. Retainers brought in $32,500 this financial year to date, 99.4% on the same period last year (faster than the business as a whole, 39.9%), at a 60.3% gross margin (below the 60.5% overall). Retainers: 60.3% gross margin, 20.3 points over the 40.0% target ($6,600 ahead on $32,500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July against July last year: 69.2%; Year to date against the same period last year: 69.2%; Gross margin, year to date: 69.3%. Training brought in $8,800 this financial year to date, 69.2% on the same period last year (faster than the business as a whole, 39.9%), at a 69.3% gross margin (above the 60.5% overall). Training: 69.3% gross margin, 29.3 points over the 40.0% target ($2,580 ahead on $8,800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2026) against the same period last year · Services. From gross margin to profit: July's client work made $73,075 gross margin (60.5%). Consultant time not charged to client work took $4,620 and overheads $52,050, leaving $16,405 profit before tax (13.6% of revenue). To cover overheads, client work needs a 46.9%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$193,245 against $186,760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$193,245 against $186,760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$71,121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3.5% up on the same period last year, year to date ($193,245 against $186,760). Maintenance contracts make the highest gross margin (59.5%); Installations the lowest (28.3%). The business needs 29.6%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28.3% gross margin, 6.7 points under the 35.0% target: about $8,580 on $127,600 of revenue this financial year to date. It's below the 29.6% needed to cover overheads, too. Maintenance contracts: 59.5% gross margin, 24.5 points over the 35.0% target ($9,941 ahead on $40,500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$33,200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$33,200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$24,116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$40,500 this financial year to date, 22.0% on the same period last year (faster than the business as a whole, 3.5%), at a 59.5% gross margin (above the 36.8%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($9,941 ahead on $40,500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$127,600 against $135,800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(6.0%)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$127,600 against $135,800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$36,080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$127,600 this financial year to date, (6.0%) on the same period last year (slower than the business as a whole, 3.5%), at a 28.3% gross margin (below the 36.8%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28.3% gross margin, 6.7 points under the 35.0% target: about $8,580 on $127,600 of revenue this financial year to date. It's below the 29.6%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$25,145 against $17,760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$25,145 against $17,760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$10,925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$25,145 this financial year to date, 41.6% on the same period last year (faster than the business as a whole, 3.5%), at a 43.4% gross margin (above the 36.8%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43.4% gross margin, 8.4 points over the 35.0% target ($2,124 ahead on $25,145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July's jobs made $71,121 gross margin (36.8%). Technician time not charged to jobs took ($2,214) and overheads $59,440, leaving $13,895 profit before tax (7.2% of revenue). To cover overheads, jobs need a 29.6%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081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$24,116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$127,600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(6.0%)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$36,080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$10,925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$193,245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$186,760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$71,121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36.8%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$120,755 against $86,320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$120,755 against $86,320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$73,075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39.9% up on the same period last year, year to date ($120,755 against $86,320). Training makes the highest gross margin (69.3%); Projects the lowest (59.6%). The business needs 46.9%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59.6% gross margin, 19.6 points over the 40.0% target ($15,593 ahead on $79,455 this financial year to date). Training: 69.3% gross margin, 29.3 points over the 40.0% target ($2,580 ahead on $8,800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$79,455 against $64,820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$79,455 against $64,820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$47,375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$79,455 this financial year to date, 22.6% on the same period last year (slower than the business as a whole, 39.9%), at a 59.6% gross margin (below the 60.5%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59.6% gross margin, 19.6 points over the 40.0% target ($15,593 ahead on $79,455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$32,500 against $16,300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$32,500 against $16,300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$19,600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$32,500 this financial year to date, 99.4% on the same period last year (faster than the business as a whole, 39.9%), at a 60.3% gross margin (below the 60.5%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60.3% gross margin, 20.3 points over the 40.0% target ($6,600 ahead on $32,500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$8,800 against $5,200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$8,800 against $5,200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$6,100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$8,800 this financial year to date, 69.2% on the same period last year (faster than the business as a whole, 39.9%), at a 69.3% gross margin (above the 60.5%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69.3% gross margin, 29.3 points over the 40.0% target ($2,580 ahead on $8,800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July's client work made $73,075 gross margin (60.5%). Consultant time not charged to client work took $4,620 and overheads $52,050, leaving $16,405 profit before tax (13.6% of revenue). To cover overheads, client work needs a 46.9%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$79,455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$47,375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$120,755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$86,320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39.9%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$73,075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60.5%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