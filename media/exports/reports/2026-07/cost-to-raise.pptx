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15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0"¢";[Red](0"¢")</c:formatCode>
                <c:ptCount val="22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11</c:v>
                </c:pt>
                <c:pt idx="21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July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June 2026: Locked. June 2026 is locked (closed 2 Jul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July 2026: Locked. July 2026 is locked (closed 4 Aug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July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June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13¢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July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July cost 11¢ to raise each dollar, against 11¢ in June. This financial year to date it has cost 11¢ a dollar, against 13¢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July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June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12¢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10¢ to raise each dollar this financial year to date ($7,100 of grant writing and reporting for $72,618), against 12¢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July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June 14¢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15¢ to raise each dollar this financial year to date ($2,200 of donor campaigns for $14,300), against 16¢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July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June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– to raise each dollar this financial year to date ($0 of event costs for $0).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