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10</c:v>
                </c:pt>
                <c:pt idx="1">
                  <c:v>15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7.2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0"¢";[Red](0"¢")</c:formatCode>
                <c:ptCount val="22"/>
                <c:pt idx="0">
                  <c:v>24</c:v>
                </c:pt>
                <c:pt idx="1">
                  <c:v>20</c:v>
                </c:pt>
                <c:pt idx="2">
                  <c:v>22</c:v>
                </c:pt>
                <c:pt idx="3">
                  <c:v>10</c:v>
                </c:pt>
                <c:pt idx="4">
                  <c:v>11</c:v>
                </c:pt>
                <c:pt idx="5">
                  <c:v>12</c:v>
                </c:pt>
                <c:pt idx="6">
                  <c:v>11</c:v>
                </c:pt>
                <c:pt idx="7">
                  <c:v>11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11</c:v>
                </c:pt>
                <c:pt idx="12">
                  <c:v>10</c:v>
                </c:pt>
                <c:pt idx="13">
                  <c:v>10</c:v>
                </c:pt>
                <c:pt idx="14">
                  <c:v>10</c:v>
                </c:pt>
                <c:pt idx="15">
                  <c:v>12</c:v>
                </c:pt>
                <c:pt idx="16">
                  <c:v>13</c:v>
                </c:pt>
                <c:pt idx="17">
                  <c:v>13</c:v>
                </c:pt>
                <c:pt idx="18">
                  <c:v>11</c:v>
                </c:pt>
                <c:pt idx="19">
                  <c:v>10</c:v>
                </c:pt>
                <c:pt idx="20">
                  <c:v>10</c:v>
                </c:pt>
                <c:pt idx="21">
                  <c:v>10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5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0"¢";[Red](0"¢")</c:formatCode>
                <c:ptCount val="22"/>
                <c:pt idx="0">
                  <c:v>14</c:v>
                </c:pt>
                <c:pt idx="1">
                  <c:v>18</c:v>
                </c:pt>
                <c:pt idx="2">
                  <c:v>18</c:v>
                </c:pt>
                <c:pt idx="3">
                  <c:v>18</c:v>
                </c:pt>
                <c:pt idx="4">
                  <c:v>14</c:v>
                </c:pt>
                <c:pt idx="5">
                  <c:v>14</c:v>
                </c:pt>
                <c:pt idx="6">
                  <c:v>14</c:v>
                </c:pt>
                <c:pt idx="7">
                  <c:v>14</c:v>
                </c:pt>
                <c:pt idx="8">
                  <c:v>14</c:v>
                </c:pt>
                <c:pt idx="9">
                  <c:v>16</c:v>
                </c:pt>
                <c:pt idx="10">
                  <c:v>14</c:v>
                </c:pt>
                <c:pt idx="11">
                  <c:v>14</c:v>
                </c:pt>
                <c:pt idx="12">
                  <c:v>14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13</c:v>
                </c:pt>
                <c:pt idx="17">
                  <c:v>13</c:v>
                </c:pt>
                <c:pt idx="18">
                  <c:v>13</c:v>
                </c:pt>
                <c:pt idx="19">
                  <c:v>13</c:v>
                </c:pt>
                <c:pt idx="20">
                  <c:v>14</c:v>
                </c:pt>
                <c:pt idx="21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Cents per $1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Sheet1!$A$2:$A$4</c:f>
              <c:strCache>
                <c:ptCount val="3"/>
                <c:pt idx="0">
                  <c:v>Dec 24</c:v>
                </c:pt>
                <c:pt idx="1">
                  <c:v>Sep 25</c:v>
                </c:pt>
                <c:pt idx="2">
                  <c:v>Dec 25</c:v>
                </c:pt>
              </c:strCache>
            </c:strRef>
          </c:cat>
          <c:val>
            <c:numRef>
              <c:f>Sheet1!$B$2:$B$4</c:f>
              <c:numCache>
                <c:formatCode>0"¢";[Red](0"¢")</c:formatCode>
                <c:ptCount val="3"/>
                <c:pt idx="0">
                  <c:v>42</c:v>
                </c:pt>
                <c:pt idx="1">
                  <c:v>41</c:v>
                </c:pt>
                <c:pt idx="2">
                  <c:v>42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1"/>
        <c:noMultiLvlLbl val="0"/>
      </c:catAx>
      <c:valAx>
        <c:axId val="-2100718248"/>
        <c:scaling>
          <c:orientation val="minMax"/>
          <c:max val="5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raise a dollar?. Sample Community Services Ltd. Period: July 2026.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fundraising. July · all fundraising: 11¢; Year to date (Jul 2026): 11¢. July cost 11¢ to raise each dollar, against 11¢ in June. This financial year to date it has cost 11¢ a dollar, against 13¢ in the same period last year. The year-to-date figure is steadier than single months: events make some months jump. Pick a source above to see which one moves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July · Grants: 10¢; Year to date (Jul 2026): 10¢. Grants cost 10¢ to raise each dollar this financial year to date ($7,100 of grant writing and reporting for $72,618), against 12¢ in the same period last year. Usually the cheapest money to raise, as long as the time that goes into applications and acquittals is protected.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July · Donations: 15¢; Year to date (Jul 2026): 15¢. Donations cost 15¢ to raise each dollar this financial year to date ($2,200 of donor campaigns for $14,300), against 16¢ in the same period last year. Steady and cheap, and untied: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July · Fundraising events: –; Year to date (Jul 2026): –. Fundraising events cost – to raise each dollar this financial year to date ($0 of event costs for $0). Usually the dearest money to raise: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raise a dollar?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July 2026.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fundraising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July 2026 (cents)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· all fundraising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June 11¢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13¢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149961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4195572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425043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52475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July cost 11¢ to raise each dollar, against 11¢ in June. This financial year to date it has cost 11¢ a dollar, against 13¢ in the same period last year.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4195572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425043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452475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year-to-date figure is steadier than single months: events make some months jump. Pick a source above to see which one moves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Grants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· Grants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10¢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June 10¢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10¢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12¢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 cost 10¢ to raise each dollar this financial year to date ($7,100 of grant writing and reporting for $72,618), against 12¢ in the same period last year.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cheapest money to raise, as long as the time that goes into applications and acquittals is protected.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Donations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· Donations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15¢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June 14¢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15¢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16¢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 cost 15¢ to raise each dollar this financial year to date ($2,200 of donor campaigns for $14,300), against 16¢ in the same period last year.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Steady and cheap, and untied: the money that builds reserves.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month (cents) · Fundraising events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· Fundraising events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June none raised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1278636"/>
            <a:ext cx="5524347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47307" y="1351788"/>
            <a:ext cx="5250027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7307" y="1717548"/>
            <a:ext cx="5250027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083308"/>
            <a:ext cx="5250027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–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Rectangle 14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 cost – to raise each dollar this financial year to date ($0 of event costs for $0).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Usually the dearest money to raise: events are worth counting for what else they bring too (new donors, profile).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