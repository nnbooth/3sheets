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Sheet1!$A$2:$A$68</c:f>
              <c:strCache>
                <c:ptCount val="67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  <c:pt idx="61">
                  <c:v>1 Oct</c:v>
                </c:pt>
                <c:pt idx="62">
                  <c:v>2 Oct</c:v>
                </c:pt>
                <c:pt idx="63">
                  <c:v>3 Oct</c:v>
                </c:pt>
                <c:pt idx="64">
                  <c:v>4 Oct</c:v>
                </c:pt>
                <c:pt idx="65">
                  <c:v>5 Oct</c:v>
                </c:pt>
                <c:pt idx="66">
                  <c:v>6 Oct</c:v>
                </c:pt>
              </c:strCache>
            </c:strRef>
          </c:cat>
          <c:val>
            <c:numRef>
              <c:f>Sheet1!$B$2:$B$68</c:f>
              <c:numCache>
                <c:formatCode>$#,##0;[Red]($#,##0);"-"</c:formatCode>
                <c:ptCount val="67"/>
                <c:pt idx="0">
                  <c:v>610594</c:v>
                </c:pt>
                <c:pt idx="1">
                  <c:v>611188</c:v>
                </c:pt>
                <c:pt idx="2">
                  <c:v>613087</c:v>
                </c:pt>
                <c:pt idx="3">
                  <c:v>614986</c:v>
                </c:pt>
                <c:pt idx="4">
                  <c:v>616885</c:v>
                </c:pt>
                <c:pt idx="5">
                  <c:v>571896</c:v>
                </c:pt>
                <c:pt idx="6">
                  <c:v>573795</c:v>
                </c:pt>
                <c:pt idx="7">
                  <c:v>574389</c:v>
                </c:pt>
                <c:pt idx="8">
                  <c:v>574983</c:v>
                </c:pt>
                <c:pt idx="9">
                  <c:v>576882</c:v>
                </c:pt>
                <c:pt idx="10">
                  <c:v>578781</c:v>
                </c:pt>
                <c:pt idx="11">
                  <c:v>579375</c:v>
                </c:pt>
                <c:pt idx="12">
                  <c:v>581274</c:v>
                </c:pt>
                <c:pt idx="13">
                  <c:v>583173</c:v>
                </c:pt>
                <c:pt idx="14">
                  <c:v>583767</c:v>
                </c:pt>
                <c:pt idx="15">
                  <c:v>584361</c:v>
                </c:pt>
                <c:pt idx="16">
                  <c:v>568010</c:v>
                </c:pt>
                <c:pt idx="17">
                  <c:v>569908</c:v>
                </c:pt>
                <c:pt idx="18">
                  <c:v>571806</c:v>
                </c:pt>
                <c:pt idx="19">
                  <c:v>526817</c:v>
                </c:pt>
                <c:pt idx="20">
                  <c:v>528715</c:v>
                </c:pt>
                <c:pt idx="21">
                  <c:v>529308</c:v>
                </c:pt>
                <c:pt idx="22">
                  <c:v>529901</c:v>
                </c:pt>
                <c:pt idx="23">
                  <c:v>531799</c:v>
                </c:pt>
                <c:pt idx="24">
                  <c:v>533697</c:v>
                </c:pt>
                <c:pt idx="25">
                  <c:v>535595</c:v>
                </c:pt>
                <c:pt idx="26">
                  <c:v>537493</c:v>
                </c:pt>
                <c:pt idx="27">
                  <c:v>539391</c:v>
                </c:pt>
                <c:pt idx="28">
                  <c:v>539984</c:v>
                </c:pt>
                <c:pt idx="29">
                  <c:v>540577</c:v>
                </c:pt>
                <c:pt idx="30">
                  <c:v>525675</c:v>
                </c:pt>
                <c:pt idx="31">
                  <c:v>527865</c:v>
                </c:pt>
                <c:pt idx="32">
                  <c:v>530055</c:v>
                </c:pt>
                <c:pt idx="33">
                  <c:v>483769</c:v>
                </c:pt>
                <c:pt idx="34">
                  <c:v>485958</c:v>
                </c:pt>
                <c:pt idx="35">
                  <c:v>486888</c:v>
                </c:pt>
                <c:pt idx="36">
                  <c:v>487818</c:v>
                </c:pt>
                <c:pt idx="37">
                  <c:v>490007</c:v>
                </c:pt>
                <c:pt idx="38">
                  <c:v>492196</c:v>
                </c:pt>
                <c:pt idx="39">
                  <c:v>494385</c:v>
                </c:pt>
                <c:pt idx="40">
                  <c:v>496574</c:v>
                </c:pt>
                <c:pt idx="41">
                  <c:v>498763</c:v>
                </c:pt>
                <c:pt idx="42">
                  <c:v>499693</c:v>
                </c:pt>
                <c:pt idx="43">
                  <c:v>500623</c:v>
                </c:pt>
                <c:pt idx="44">
                  <c:v>502812</c:v>
                </c:pt>
                <c:pt idx="45">
                  <c:v>481738</c:v>
                </c:pt>
                <c:pt idx="46">
                  <c:v>483927</c:v>
                </c:pt>
                <c:pt idx="47">
                  <c:v>437641</c:v>
                </c:pt>
                <c:pt idx="48">
                  <c:v>439830</c:v>
                </c:pt>
                <c:pt idx="49">
                  <c:v>482360</c:v>
                </c:pt>
                <c:pt idx="50">
                  <c:v>483290</c:v>
                </c:pt>
                <c:pt idx="51">
                  <c:v>485479</c:v>
                </c:pt>
                <c:pt idx="52">
                  <c:v>487668</c:v>
                </c:pt>
                <c:pt idx="53">
                  <c:v>489857</c:v>
                </c:pt>
                <c:pt idx="54">
                  <c:v>492046</c:v>
                </c:pt>
                <c:pt idx="55">
                  <c:v>494235</c:v>
                </c:pt>
                <c:pt idx="56">
                  <c:v>495165</c:v>
                </c:pt>
                <c:pt idx="57">
                  <c:v>496095</c:v>
                </c:pt>
                <c:pt idx="58">
                  <c:v>498284</c:v>
                </c:pt>
                <c:pt idx="59">
                  <c:v>500473</c:v>
                </c:pt>
                <c:pt idx="60">
                  <c:v>480780</c:v>
                </c:pt>
                <c:pt idx="61">
                  <c:v>433743</c:v>
                </c:pt>
                <c:pt idx="62">
                  <c:v>435531</c:v>
                </c:pt>
                <c:pt idx="63">
                  <c:v>436080</c:v>
                </c:pt>
                <c:pt idx="64">
                  <c:v>436629</c:v>
                </c:pt>
                <c:pt idx="65">
                  <c:v>437178</c:v>
                </c:pt>
                <c:pt idx="66">
                  <c:v>438965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1.8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 to date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$198,788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in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2.0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at September's rate of spending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Unrestricted cash ($289,912, after setting aside unspent grant money) would cover 1.8 months of spending at September's rate of spending, short of the 3.0 months target by $198,788.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at bank, every day (1 Aug to 6 Oct) · Cash at bank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 includes unspent grant money. The daily cash data starts 1 August 2026 (after the opening balance).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