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179474</c:v>
                </c:pt>
                <c:pt idx="1">
                  <c:v>143156</c:v>
                </c:pt>
                <c:pt idx="2">
                  <c:v>140909</c:v>
                </c:pt>
                <c:pt idx="3">
                  <c:v>160943</c:v>
                </c:pt>
                <c:pt idx="4">
                  <c:v>135082</c:v>
                </c:pt>
                <c:pt idx="5">
                  <c:v>124705</c:v>
                </c:pt>
                <c:pt idx="6">
                  <c:v>129816</c:v>
                </c:pt>
                <c:pt idx="7">
                  <c:v>164113</c:v>
                </c:pt>
                <c:pt idx="8">
                  <c:v>186760</c:v>
                </c:pt>
                <c:pt idx="9">
                  <c:v>139164</c:v>
                </c:pt>
                <c:pt idx="10">
                  <c:v>128255</c:v>
                </c:pt>
                <c:pt idx="11">
                  <c:v>128898</c:v>
                </c:pt>
                <c:pt idx="12">
                  <c:v>174786</c:v>
                </c:pt>
                <c:pt idx="13">
                  <c:v>135079</c:v>
                </c:pt>
                <c:pt idx="14">
                  <c:v>164780</c:v>
                </c:pt>
                <c:pt idx="15">
                  <c:v>196372</c:v>
                </c:pt>
                <c:pt idx="16">
                  <c:v>191500</c:v>
                </c:pt>
                <c:pt idx="17">
                  <c:v>164987</c:v>
                </c:pt>
                <c:pt idx="18">
                  <c:v>161963</c:v>
                </c:pt>
                <c:pt idx="19">
                  <c:v>173163</c:v>
                </c:pt>
                <c:pt idx="20">
                  <c:v>193245</c:v>
                </c:pt>
                <c:pt idx="21">
                  <c:v>179007</c:v>
                </c:pt>
                <c:pt idx="22">
                  <c:v>202337</c:v>
                </c:pt>
                <c:pt idx="23">
                  <c:v>76875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24670</c:v>
                </c:pt>
                <c:pt idx="1">
                  <c:v>24670</c:v>
                </c:pt>
                <c:pt idx="2">
                  <c:v>24670</c:v>
                </c:pt>
                <c:pt idx="3">
                  <c:v>27930</c:v>
                </c:pt>
                <c:pt idx="4">
                  <c:v>27930</c:v>
                </c:pt>
                <c:pt idx="5">
                  <c:v>27930</c:v>
                </c:pt>
                <c:pt idx="6">
                  <c:v>27930</c:v>
                </c:pt>
                <c:pt idx="7">
                  <c:v>31870</c:v>
                </c:pt>
                <c:pt idx="8">
                  <c:v>33200</c:v>
                </c:pt>
                <c:pt idx="9">
                  <c:v>33200</c:v>
                </c:pt>
                <c:pt idx="10">
                  <c:v>33200</c:v>
                </c:pt>
                <c:pt idx="11">
                  <c:v>35800</c:v>
                </c:pt>
                <c:pt idx="12">
                  <c:v>35800</c:v>
                </c:pt>
                <c:pt idx="13">
                  <c:v>35800</c:v>
                </c:pt>
                <c:pt idx="14">
                  <c:v>35800</c:v>
                </c:pt>
                <c:pt idx="15">
                  <c:v>37500</c:v>
                </c:pt>
                <c:pt idx="16">
                  <c:v>37500</c:v>
                </c:pt>
                <c:pt idx="17">
                  <c:v>37500</c:v>
                </c:pt>
                <c:pt idx="18">
                  <c:v>40500</c:v>
                </c:pt>
                <c:pt idx="19">
                  <c:v>40500</c:v>
                </c:pt>
                <c:pt idx="20">
                  <c:v>40500</c:v>
                </c:pt>
                <c:pt idx="21">
                  <c:v>40500</c:v>
                </c:pt>
                <c:pt idx="22">
                  <c:v>40500</c:v>
                </c:pt>
                <c:pt idx="23">
                  <c:v>40500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131400</c:v>
                </c:pt>
                <c:pt idx="1">
                  <c:v>92600</c:v>
                </c:pt>
                <c:pt idx="2">
                  <c:v>89400</c:v>
                </c:pt>
                <c:pt idx="3">
                  <c:v>106000</c:v>
                </c:pt>
                <c:pt idx="4">
                  <c:v>86100</c:v>
                </c:pt>
                <c:pt idx="5">
                  <c:v>74900</c:v>
                </c:pt>
                <c:pt idx="6">
                  <c:v>80300</c:v>
                </c:pt>
                <c:pt idx="7">
                  <c:v>112700</c:v>
                </c:pt>
                <c:pt idx="8">
                  <c:v>135800</c:v>
                </c:pt>
                <c:pt idx="9">
                  <c:v>86200</c:v>
                </c:pt>
                <c:pt idx="10">
                  <c:v>75100</c:v>
                </c:pt>
                <c:pt idx="11">
                  <c:v>70800</c:v>
                </c:pt>
                <c:pt idx="12">
                  <c:v>113300</c:v>
                </c:pt>
                <c:pt idx="13">
                  <c:v>69700</c:v>
                </c:pt>
                <c:pt idx="14">
                  <c:v>97500</c:v>
                </c:pt>
                <c:pt idx="15">
                  <c:v>129300</c:v>
                </c:pt>
                <c:pt idx="16">
                  <c:v>129400</c:v>
                </c:pt>
                <c:pt idx="17">
                  <c:v>104400</c:v>
                </c:pt>
                <c:pt idx="18">
                  <c:v>92400</c:v>
                </c:pt>
                <c:pt idx="19">
                  <c:v>103200</c:v>
                </c:pt>
                <c:pt idx="20">
                  <c:v>127600</c:v>
                </c:pt>
                <c:pt idx="21">
                  <c:v>109600</c:v>
                </c:pt>
                <c:pt idx="22">
                  <c:v>130700</c:v>
                </c:pt>
                <c:pt idx="23">
                  <c:v>33000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23404</c:v>
                </c:pt>
                <c:pt idx="1">
                  <c:v>25886</c:v>
                </c:pt>
                <c:pt idx="2">
                  <c:v>26839</c:v>
                </c:pt>
                <c:pt idx="3">
                  <c:v>27013</c:v>
                </c:pt>
                <c:pt idx="4">
                  <c:v>21052</c:v>
                </c:pt>
                <c:pt idx="5">
                  <c:v>21875</c:v>
                </c:pt>
                <c:pt idx="6">
                  <c:v>21586</c:v>
                </c:pt>
                <c:pt idx="7">
                  <c:v>19543</c:v>
                </c:pt>
                <c:pt idx="8">
                  <c:v>17760</c:v>
                </c:pt>
                <c:pt idx="9">
                  <c:v>19764</c:v>
                </c:pt>
                <c:pt idx="10">
                  <c:v>19955</c:v>
                </c:pt>
                <c:pt idx="11">
                  <c:v>22298</c:v>
                </c:pt>
                <c:pt idx="12">
                  <c:v>25686</c:v>
                </c:pt>
                <c:pt idx="13">
                  <c:v>29579</c:v>
                </c:pt>
                <c:pt idx="14">
                  <c:v>31480</c:v>
                </c:pt>
                <c:pt idx="15">
                  <c:v>29572</c:v>
                </c:pt>
                <c:pt idx="16">
                  <c:v>24600</c:v>
                </c:pt>
                <c:pt idx="17">
                  <c:v>23087</c:v>
                </c:pt>
                <c:pt idx="18">
                  <c:v>29063</c:v>
                </c:pt>
                <c:pt idx="19">
                  <c:v>29463</c:v>
                </c:pt>
                <c:pt idx="20">
                  <c:v>25145</c:v>
                </c:pt>
                <c:pt idx="21">
                  <c:v>28907</c:v>
                </c:pt>
                <c:pt idx="22">
                  <c:v>31137</c:v>
                </c:pt>
                <c:pt idx="23">
                  <c:v>3375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October 2026 to date.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October so far against October last year: (40.4%); Year to date against the same period last year: 11.7%; Gross margin, year to date: 38.5%. Revenue is 11.7% up on the same period last year, year to date ($651,464 against $583,077). Maintenance contracts make the highest gross margin (59.5%); Installations the lowest (28.8%). The business needs 31.1% gross margin just to cover overheads. Installations: 28.8% gross margin, 6.2 points under the 35.0% target: about $24,765 on $400,900 of revenue this financial year to date. It's below the 31.1% needed to cover overheads, too. Maintenance contracts: 59.5% gross margin, 24.5 points over the 35.0% target ($39,764 ahead on $162,000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October so far against October last year: 13.1%; Year to date against the same period last year: 19.6%; Gross margin, year to date: 59.5%. Maintenance contracts brought in $162,000 this financial year to date, 19.6% on the same period last year (faster than the business as a whole, 11.7%), at a 59.5% gross margin (above the 38.5% overall). Maintenance contracts: 59.5% gross margin, 24.5 points over the 35.0% target ($39,764 ahead on $162,000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October so far against October last year: (53.4%); Year to date against the same period last year: 9.0%; Gross margin, year to date: 28.8%. Installations brought in $400,900 this financial year to date, 9.0% on the same period last year (slower than the business as a whole, 11.7%), at a 28.8% gross margin (below the 38.5% overall). Installations: 28.8% gross margin, 6.2 points under the 35.0% target: about $24,765 on $400,900 of revenue this financial year to date. It's below the 31.1%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October so far against October last year: (84.9%); Year to date against the same period last year: 11.0%; Gross margin, year to date: 43.7%. Call-outs and repairs brought in $88,564 this financial year to date, 11.0% on the same period last year (slower than the business as a whole, 11.7%), at a 43.7% gross margin (above the 38.5% overall). Call-outs and repairs: 43.7% gross margin, 8.7 points over the 35.0% target ($7,747 ahead on $88,564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Oct 2026) against the same period last year · Trades. From gross margin to profit · latest closed month: September: October is still in progress and wages are paid fortnightly, so a part month can't be bridged: this is September, the latest closed month. September's jobs made $73,107 gross margin (36.1%). Technician time not charged to jobs took $3,430 and overheads $59,580, leaving $10,097 profit before tax (5.0% of revenue). To cover overheads, jobs need a 31.1%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so far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(40.4%)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$76,875 against $128,898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$651,464 against $583,077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38.5%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$250,758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4815840"/>
            <a:ext cx="5501487" cy="14935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11.7% up on the same period last year, year to date ($651,464 against $583,077). Maintenance contracts make the highest gross margin (59.5%); Installations the lowest (28.8%). The business needs 31.1%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4815840"/>
            <a:ext cx="5501487" cy="14935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28.8% gross margin, 6.2 points under the 35.0% target: about $24,765 on $400,900 of revenue this financial year to date. It's below the 31.1% needed to cover overheads, too. Maintenance contracts: 59.5% gross margin, 24.5 points over the 35.0% target ($39,764 ahead on $162,000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so far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$40,500 against $35,800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19.6%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$162,000 against $135,400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$96,464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$162,000 this financial year to date, 19.6% on the same period last year (faster than the business as a whole, 11.7%), at a 59.5% gross margin (above the 38.5%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59.5% gross margin, 24.5 points over the 35.0% target ($39,764 ahead on $162,000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so far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(53.4%)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$33,000 against $70,800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$400,900 against $367,900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28.8%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$115,550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$400,900 this financial year to date, 9.0% on the same period last year (slower than the business as a whole, 11.7%), at a 28.8% gross margin (below the 38.5%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28.8% gross margin, 6.2 points under the 35.0% target: about $24,765 on $400,900 of revenue this financial year to date. It's below the 31.1% needed to cover overheads, too.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so far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(84.9%)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$3,375 against $22,298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$88,564 against $79,777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$38,744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$88,564 this financial year to date, 11.0% on the same period last year (slower than the business as a whole, 11.7%), at a 43.7% gross margin (above the 38.5%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43.7% gross margin, 8.7 points over the 35.0% target ($7,747 ahead on $88,564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Oct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From gross margin to profit · latest closed month: September: October is still in progress and wages are paid fortnightly, so a part month can't be bridged: this is September, the latest closed month. September's jobs made $73,107 gross margin (36.1%). Technician time not charged to jobs took $3,430 and overheads $59,580, leaving $10,097 profit before tax (5.0% of revenue). To cover overheads, jobs need a 31.1%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$162,000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$135,400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$96,464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$400,900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$367,900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$115,550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28.8%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$88,564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$79,777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$38,744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$651,464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$583,077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11.7%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$250,758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38.5%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