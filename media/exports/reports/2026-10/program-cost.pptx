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1061</c:v>
                </c:pt>
                <c:pt idx="1">
                  <c:v>1521</c:v>
                </c:pt>
                <c:pt idx="2">
                  <c:v>1736</c:v>
                </c:pt>
                <c:pt idx="3">
                  <c:v>3820</c:v>
                </c:pt>
                <c:pt idx="4">
                  <c:v>8055</c:v>
                </c:pt>
                <c:pt idx="5">
                  <c:v>11022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675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30502</c:v>
                </c:pt>
                <c:pt idx="15">
                  <c:v>26508</c:v>
                </c:pt>
                <c:pt idx="16">
                  <c:v>24832</c:v>
                </c:pt>
                <c:pt idx="17">
                  <c:v>23730</c:v>
                </c:pt>
                <c:pt idx="18">
                  <c:v>31337</c:v>
                </c:pt>
                <c:pt idx="19">
                  <c:v>29994</c:v>
                </c:pt>
                <c:pt idx="20">
                  <c:v>29097</c:v>
                </c:pt>
                <c:pt idx="21">
                  <c:v>30500</c:v>
                </c:pt>
                <c:pt idx="22">
                  <c:v>31200</c:v>
                </c:pt>
                <c:pt idx="23">
                  <c:v>4458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17363</c:v>
                </c:pt>
                <c:pt idx="9">
                  <c:v>21144</c:v>
                </c:pt>
                <c:pt idx="10">
                  <c:v>17537</c:v>
                </c:pt>
                <c:pt idx="11">
                  <c:v>21925</c:v>
                </c:pt>
                <c:pt idx="12">
                  <c:v>21079</c:v>
                </c:pt>
                <c:pt idx="13">
                  <c:v>19272</c:v>
                </c:pt>
                <c:pt idx="14">
                  <c:v>21157</c:v>
                </c:pt>
                <c:pt idx="15">
                  <c:v>20743</c:v>
                </c:pt>
                <c:pt idx="16">
                  <c:v>16515</c:v>
                </c:pt>
                <c:pt idx="17">
                  <c:v>20451</c:v>
                </c:pt>
                <c:pt idx="18">
                  <c:v>21174</c:v>
                </c:pt>
                <c:pt idx="19">
                  <c:v>20366</c:v>
                </c:pt>
                <c:pt idx="20">
                  <c:v>23274</c:v>
                </c:pt>
                <c:pt idx="21">
                  <c:v>21500</c:v>
                </c:pt>
                <c:pt idx="22">
                  <c:v>22800</c:v>
                </c:pt>
                <c:pt idx="23">
                  <c:v>3258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9584</c:v>
                </c:pt>
                <c:pt idx="18">
                  <c:v>8950</c:v>
                </c:pt>
                <c:pt idx="19">
                  <c:v>9797</c:v>
                </c:pt>
                <c:pt idx="20">
                  <c:v>8669</c:v>
                </c:pt>
                <c:pt idx="21">
                  <c:v>9400</c:v>
                </c:pt>
                <c:pt idx="22">
                  <c:v>10800</c:v>
                </c:pt>
                <c:pt idx="23">
                  <c:v>1545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5160</c:v>
                </c:pt>
                <c:pt idx="12">
                  <c:v>4585</c:v>
                </c:pt>
                <c:pt idx="13">
                  <c:v>5221</c:v>
                </c:pt>
                <c:pt idx="14">
                  <c:v>4426</c:v>
                </c:pt>
                <c:pt idx="15">
                  <c:v>5408</c:v>
                </c:pt>
                <c:pt idx="16">
                  <c:v>5427</c:v>
                </c:pt>
                <c:pt idx="17">
                  <c:v>5509</c:v>
                </c:pt>
                <c:pt idx="18">
                  <c:v>4635</c:v>
                </c:pt>
                <c:pt idx="19">
                  <c:v>4316</c:v>
                </c:pt>
                <c:pt idx="20">
                  <c:v>4813</c:v>
                </c:pt>
                <c:pt idx="21">
                  <c:v>5200</c:v>
                </c:pt>
                <c:pt idx="22">
                  <c:v>4900</c:v>
                </c:pt>
                <c:pt idx="23">
                  <c:v>702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3600</c:v>
                </c:pt>
                <c:pt idx="21">
                  <c:v>4100</c:v>
                </c:pt>
                <c:pt idx="22">
                  <c:v>4300</c:v>
                </c:pt>
                <c:pt idx="23">
                  <c:v>615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2932</c:v>
                </c:pt>
                <c:pt idx="17">
                  <c:v>3555</c:v>
                </c:pt>
                <c:pt idx="18">
                  <c:v>2649</c:v>
                </c:pt>
                <c:pt idx="19">
                  <c:v>2699</c:v>
                </c:pt>
                <c:pt idx="20">
                  <c:v>3165</c:v>
                </c:pt>
                <c:pt idx="21">
                  <c:v>3000</c:v>
                </c:pt>
                <c:pt idx="22">
                  <c:v>3000</c:v>
                </c:pt>
                <c:pt idx="23">
                  <c:v>429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October 2026 to date.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$11,022 in October so far once its share of untied program costs and administration is added to $4,458 of grant spending. Shared costs add 147.2%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$11,022 in full in October so far: $4,458 paid by the State Housing Program grant, and $6,564 of shared costs no grant covers. It has spent 87.4% of its budget to date, with $97,842 left and 2 months to go. The full cost is $11,022 a month; $6,564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$8,055 in full in October so far: $3,258 paid by the State Department of Families grant, and $4,797 of shared costs no grant covers. It has spent 96.7% of its budget to date, with $170,442 left and 8 months to go. The full cost is $8,055 a month; $4,797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$3,820 in full in October so far: $1,545 paid by the Federal health program grant, and $2,275 of shared costs no grant covers. It has spent 83.9% of its budget to date, with $61,255 left and 5 months to go. The full cost is $3,820 a month; $2,275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$1,736 in full in October so far: $702 paid by the Philanthropic foundation grant, and $1,034 of shared costs no grant covers. It has spent 92.8% of its budget to date, with $29,698 left and 5 months to go. The full cost is $1,736 a month; $1,034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meals. Community meals cost $1,521 in full in October so far: $615 paid by the Local council community grant grant, and $906 of shared costs no grant covers. It has spent 78.8% of its budget to date, with $35,385 left and 8 months to go. The full cost is $1,521 a month; $906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$1,061 in full in October so far: $429 paid by the State volunteering grant grant, and $632 of shared costs no grant covers. It has spent 89.3% of its budget to date, with $14,571 left and 4 months to go. The full cost is $1,061 a month; $632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October 2026 to date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$11,022 in October so far once its share of untied program costs and administration is added to $4,458 of grant spending. Shared costs add 147.2%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$11,022 in full in October so far: $4,458 paid by the State Housing Program grant, and $6,564 of shared costs no grant covers. It has spent 87.4% of its budget to date, with $97,842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$11,022 a month; $6,564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$8,055 in full in October so far: $3,258 paid by the State Department of Families grant, and $4,797 of shared costs no grant covers. It has spent 96.7% of its budget to date, with $170,442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$8,055 a month; $4,797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$3,820 in full in October so far: $1,545 paid by the Federal health program grant, and $2,275 of shared costs no grant covers. It has spent 83.9% of its budget to date, with $61,255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$3,820 a month; $2,275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$1,736 in full in October so far: $702 paid by the Philanthropic foundation grant, and $1,034 of shared costs no grant covers. It has spent 92.8% of its budget to date, with $29,698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$1,736 a month; $1,034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cost $1,521 in full in October so far: $615 paid by the Local council community grant grant, and $906 of shared costs no grant covers. It has spent 78.8% of its budget to date, with $35,385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$1,521 a month; $906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$1,061 in full in October so far: $429 paid by the State volunteering grant grant, and $632 of shared costs no grant covers. It has spent 89.3% of its budget to date, with $14,571 left and 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$1,061 a month; $632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