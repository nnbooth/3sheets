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1061</c:v>
                </c:pt>
                <c:pt idx="1">
                  <c:v>1521</c:v>
                </c:pt>
                <c:pt idx="2">
                  <c:v>1736</c:v>
                </c:pt>
                <c:pt idx="3">
                  <c:v>3820</c:v>
                </c:pt>
                <c:pt idx="4">
                  <c:v>8055</c:v>
                </c:pt>
                <c:pt idx="5">
                  <c:v>11022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3.9</c:v>
                </c:pt>
                <c:pt idx="1">
                  <c:v>5.6</c:v>
                </c:pt>
                <c:pt idx="2">
                  <c:v>6.4</c:v>
                </c:pt>
                <c:pt idx="3">
                  <c:v>14.0</c:v>
                </c:pt>
                <c:pt idx="4">
                  <c:v>29.6</c:v>
                </c:pt>
                <c:pt idx="5">
                  <c:v>40.5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31800</c:v>
                </c:pt>
                <c:pt idx="1">
                  <c:v>29700</c:v>
                </c:pt>
                <c:pt idx="2">
                  <c:v>62700</c:v>
                </c:pt>
                <c:pt idx="3">
                  <c:v>61700</c:v>
                </c:pt>
                <c:pt idx="4">
                  <c:v>54500</c:v>
                </c:pt>
                <c:pt idx="5">
                  <c:v>61500</c:v>
                </c:pt>
                <c:pt idx="6">
                  <c:v>61700</c:v>
                </c:pt>
                <c:pt idx="7">
                  <c:v>52200</c:v>
                </c:pt>
                <c:pt idx="8">
                  <c:v>59063</c:v>
                </c:pt>
                <c:pt idx="9">
                  <c:v>61544</c:v>
                </c:pt>
                <c:pt idx="10">
                  <c:v>62137</c:v>
                </c:pt>
                <c:pt idx="11">
                  <c:v>69185</c:v>
                </c:pt>
                <c:pt idx="12">
                  <c:v>70164</c:v>
                </c:pt>
                <c:pt idx="13">
                  <c:v>68793</c:v>
                </c:pt>
                <c:pt idx="14">
                  <c:v>59785</c:v>
                </c:pt>
                <c:pt idx="15">
                  <c:v>55759</c:v>
                </c:pt>
                <c:pt idx="16">
                  <c:v>53806</c:v>
                </c:pt>
                <c:pt idx="17">
                  <c:v>66729</c:v>
                </c:pt>
                <c:pt idx="18">
                  <c:v>72245</c:v>
                </c:pt>
                <c:pt idx="19">
                  <c:v>70872</c:v>
                </c:pt>
                <c:pt idx="20">
                  <c:v>72618</c:v>
                </c:pt>
                <c:pt idx="21">
                  <c:v>73700</c:v>
                </c:pt>
                <c:pt idx="22">
                  <c:v>77000</c:v>
                </c:pt>
                <c:pt idx="23">
                  <c:v>11007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October 2026 to date.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October 2026 to date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October 2026 to date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is the biggest program: $11,022 in October so far once its share of untied program costs and administration is added to $4,458 of grant spending. Shared costs add 147.2%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Housing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cost $11,022 in full in October so far: $4,458 paid by the State Housing Program grant, and $6,564 of shared costs no grant covers. It has spent 87.4% of its budget to date, with $97,842 left and 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$11,022 a month; $6,564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Youth outreach cost $8,055 in full in October so far: $3,258 paid by the State Department of Families grant, and $4,797 of shared costs no grant covers. It has spent 96.7% of its budget to date, with $170,442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$8,055 a month; $4,797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Mental health first aid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Mental health first aid cost $3,820 in full in October so far: $1,545 paid by the Federal health program grant, and $2,275 of shared costs no grant covers. It has spent 83.9% of its budget to date, with $61,255 left and 5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$3,820 a month; $2,275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Digital literacy cost $1,736 in full in October so far: $702 paid by the Philanthropic foundation grant, and $1,034 of shared costs no grant covers. It has spent 92.8% of its budget to date, with $29,698 left and 5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$1,736 a month; $1,034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Community meals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Community meals cost $1,521 in full in October so far: $615 paid by the Local council community grant grant, and $906 of shared costs no grant covers. It has spent 78.8% of its budget to date, with $35,385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$1,521 a month; $906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Volunteer coordinator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Volunteer coordinator cost $1,061 in full in October so far: $429 paid by the State volunteering grant grant, and $632 of shared costs no grant covers. It has spent 89.3% of its budget to date, with $14,571 left and 4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$1,061 a month; $632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