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7</c:v>
                </c:pt>
                <c:pt idx="1">
                  <c:v>13</c:v>
                </c:pt>
                <c:pt idx="2">
                  <c:v>20</c:v>
                </c:pt>
                <c:pt idx="3">
                  <c:v>19</c:v>
                </c:pt>
                <c:pt idx="4">
                  <c:v>18</c:v>
                </c:pt>
                <c:pt idx="5">
                  <c:v>15</c:v>
                </c:pt>
                <c:pt idx="6">
                  <c:v>16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3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Sheet1!$A$2:$A$25</c:f>
              <c:strCache>
                <c:ptCount val="24"/>
                <c:pt idx="0">
                  <c:v>Nov 24</c:v>
                </c:pt>
                <c:pt idx="1">
                  <c:v>Dec 24</c:v>
                </c:pt>
                <c:pt idx="2">
                  <c:v>Jan 25</c:v>
                </c:pt>
                <c:pt idx="3">
                  <c:v>Feb 25</c:v>
                </c:pt>
                <c:pt idx="4">
                  <c:v>Mar 25</c:v>
                </c:pt>
                <c:pt idx="5">
                  <c:v>Apr 25</c:v>
                </c:pt>
                <c:pt idx="6">
                  <c:v>May 25</c:v>
                </c:pt>
                <c:pt idx="7">
                  <c:v>Jun 25</c:v>
                </c:pt>
                <c:pt idx="8">
                  <c:v>Jul 25</c:v>
                </c:pt>
                <c:pt idx="9">
                  <c:v>Aug 25</c:v>
                </c:pt>
                <c:pt idx="10">
                  <c:v>Sep 25</c:v>
                </c:pt>
                <c:pt idx="11">
                  <c:v>Oct 25</c:v>
                </c:pt>
                <c:pt idx="12">
                  <c:v>Nov 25</c:v>
                </c:pt>
                <c:pt idx="13">
                  <c:v>Dec 25</c:v>
                </c:pt>
                <c:pt idx="14">
                  <c:v>Jan 26</c:v>
                </c:pt>
                <c:pt idx="15">
                  <c:v>Feb 26</c:v>
                </c:pt>
                <c:pt idx="16">
                  <c:v>Mar 26</c:v>
                </c:pt>
                <c:pt idx="17">
                  <c:v>Apr 26</c:v>
                </c:pt>
                <c:pt idx="18">
                  <c:v>May 26</c:v>
                </c:pt>
                <c:pt idx="19">
                  <c:v>Jun 26</c:v>
                </c:pt>
                <c:pt idx="20">
                  <c:v>Jul 26</c:v>
                </c:pt>
                <c:pt idx="21">
                  <c:v>Aug 26</c:v>
                </c:pt>
                <c:pt idx="22">
                  <c:v>Sep 26</c:v>
                </c:pt>
                <c:pt idx="23">
                  <c:v>Oct 26</c:v>
                </c:pt>
              </c:strCache>
            </c:strRef>
          </c:cat>
          <c:val>
            <c:numRef>
              <c:f>Sheet1!$B$2:$B$25</c:f>
              <c:numCache>
                <c:formatCode>#,##0;[Red](#,##0)</c:formatCode>
                <c:ptCount val="24"/>
                <c:pt idx="0">
                  <c:v>633</c:v>
                </c:pt>
                <c:pt idx="1">
                  <c:v>684</c:v>
                </c:pt>
                <c:pt idx="2">
                  <c:v>690</c:v>
                </c:pt>
                <c:pt idx="3">
                  <c:v>664</c:v>
                </c:pt>
                <c:pt idx="4">
                  <c:v>685</c:v>
                </c:pt>
                <c:pt idx="5">
                  <c:v>629</c:v>
                </c:pt>
                <c:pt idx="6">
                  <c:v>724</c:v>
                </c:pt>
                <c:pt idx="7">
                  <c:v>820</c:v>
                </c:pt>
                <c:pt idx="8">
                  <c:v>909</c:v>
                </c:pt>
                <c:pt idx="9">
                  <c:v>826</c:v>
                </c:pt>
                <c:pt idx="10">
                  <c:v>756</c:v>
                </c:pt>
                <c:pt idx="11">
                  <c:v>770</c:v>
                </c:pt>
                <c:pt idx="12">
                  <c:v>746</c:v>
                </c:pt>
                <c:pt idx="13">
                  <c:v>776</c:v>
                </c:pt>
                <c:pt idx="14">
                  <c:v>726</c:v>
                </c:pt>
                <c:pt idx="15">
                  <c:v>678</c:v>
                </c:pt>
                <c:pt idx="16">
                  <c:v>865</c:v>
                </c:pt>
                <c:pt idx="17">
                  <c:v>731</c:v>
                </c:pt>
                <c:pt idx="18">
                  <c:v>757</c:v>
                </c:pt>
                <c:pt idx="19">
                  <c:v>951</c:v>
                </c:pt>
                <c:pt idx="20">
                  <c:v>953</c:v>
                </c:pt>
                <c:pt idx="21">
                  <c:v>942</c:v>
                </c:pt>
                <c:pt idx="22">
                  <c:v>817</c:v>
                </c:pt>
                <c:pt idx="23">
                  <c:v>108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October 2026 to date. In short: 108 calls in October so far: 81.6% answered while staffed (target 90.0%); 54.6% came outside staffed hours.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October so far: 108; Answered while staffed, October so far: 81.6%; Calls outside staffed hours, October so far: 54.6%; Median wait when answered, October so far: 82 sec. 108 calls for help came in during October so far. While the line was staffed, 81.6% were answered (target 90.0%); 54.6% of all calls came outside staffed hours and went to voicemail. The busiest time was 2 to 5pm (20 calls). 13 calls came between 5 and 8pm, when no-one is on the line. 9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2026 to date. In short: 108 calls in October so far: 81.6% answered while staffed (target 90.0%); 54.6% came outside staffed hours.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September 2026: Locked. September 2026 is locked (closed 2 Oct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October 2026 to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October so far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September 817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October so far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81.6%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October so far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54.6%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59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October so far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82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40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108 calls for help came in during October so far. While the line was staffed, 81.6% were answered (target 90.0%); 54.6% of all calls came outside staffed hours and went to voicemail. The busiest time was 2 to 5pm (20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13 calls came between 5 and 8pm, when no-one is on the line. 9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