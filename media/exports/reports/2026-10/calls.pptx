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After 8pm</c:v>
                </c:pt>
                <c:pt idx="1">
                  <c:v>5 to 8pm</c:v>
                </c:pt>
                <c:pt idx="2">
                  <c:v>2 to 5pm</c:v>
                </c:pt>
                <c:pt idx="3">
                  <c:v>Noon to 2pm</c:v>
                </c:pt>
                <c:pt idx="4">
                  <c:v>10am to noon</c:v>
                </c:pt>
                <c:pt idx="5">
                  <c:v>8:30 to 10am</c:v>
                </c:pt>
                <c:pt idx="6">
                  <c:v>Before 8:30am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12</c:v>
                </c:pt>
                <c:pt idx="1">
                  <c:v>19</c:v>
                </c:pt>
                <c:pt idx="2">
                  <c:v>24</c:v>
                </c:pt>
                <c:pt idx="3">
                  <c:v>19</c:v>
                </c:pt>
                <c:pt idx="4">
                  <c:v>12</c:v>
                </c:pt>
                <c:pt idx="5">
                  <c:v>14</c:v>
                </c:pt>
                <c:pt idx="6">
                  <c:v>28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2.1999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655</c:v>
                </c:pt>
                <c:pt idx="1">
                  <c:v>685</c:v>
                </c:pt>
                <c:pt idx="2">
                  <c:v>714</c:v>
                </c:pt>
                <c:pt idx="3">
                  <c:v>683</c:v>
                </c:pt>
                <c:pt idx="4">
                  <c:v>725</c:v>
                </c:pt>
                <c:pt idx="5">
                  <c:v>620</c:v>
                </c:pt>
                <c:pt idx="6">
                  <c:v>754</c:v>
                </c:pt>
                <c:pt idx="7">
                  <c:v>783</c:v>
                </c:pt>
                <c:pt idx="8">
                  <c:v>871</c:v>
                </c:pt>
                <c:pt idx="9">
                  <c:v>852</c:v>
                </c:pt>
                <c:pt idx="10">
                  <c:v>781</c:v>
                </c:pt>
                <c:pt idx="11">
                  <c:v>792</c:v>
                </c:pt>
                <c:pt idx="12">
                  <c:v>675</c:v>
                </c:pt>
                <c:pt idx="13">
                  <c:v>725</c:v>
                </c:pt>
                <c:pt idx="14">
                  <c:v>756</c:v>
                </c:pt>
                <c:pt idx="15">
                  <c:v>763</c:v>
                </c:pt>
                <c:pt idx="16">
                  <c:v>774</c:v>
                </c:pt>
                <c:pt idx="17">
                  <c:v>751</c:v>
                </c:pt>
                <c:pt idx="18">
                  <c:v>781</c:v>
                </c:pt>
                <c:pt idx="19">
                  <c:v>974</c:v>
                </c:pt>
                <c:pt idx="20">
                  <c:v>941</c:v>
                </c:pt>
                <c:pt idx="21">
                  <c:v>966</c:v>
                </c:pt>
                <c:pt idx="22">
                  <c:v>809</c:v>
                </c:pt>
                <c:pt idx="23">
                  <c:v>128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Sample Community Services Ltd. Period: October 2026 to date.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do calls for help come in, and are we there to answer?. Calls for help, October so far: 128; Answered while staffed, October so far: 74.1%; Calls outside staffed hours, October so far: 57.8%; Median wait when answered, October so far: 71 sec. 128 calls for help came in during October so far. While the line was staffed, 74.1% were answered (target 90.0%); 57.8% of all calls came outside staffed hours and went to voicemail. The busiest time was before 8:30am (28 calls). 19 calls came between 5 and 8pm, when no-one is on the line. 14 callers hung up waiting while the line was staffed.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Calls for help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Every call to the help line: when it came in, whether someone answered, and how long the caller waited. The line is staffed 8:30am to 5pm on working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When do calls for help come in, and are we there to answer?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When the calls come in,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for help,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809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Answered while staffed,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Calls outside staffed hours,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57.8%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74 calls to voicemail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 when answered, October so far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 sec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40 answered calls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128 calls for help came in during October so far. While the line was staffed, 74.1% were answered (target 90.0%); 57.8% of all calls came outside staffed hours and went to voicemail. The busiest time was before 8:30am (28 calls).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19 calls came between 5 and 8pm, when no-one is on the line. 14 callers hung up waiting while the line was staffed.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Calls for help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When do calls for help come in, and are we there to answer?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6:42pm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