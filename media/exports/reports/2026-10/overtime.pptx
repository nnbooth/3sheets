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1.3</c:v>
                </c:pt>
                <c:pt idx="1">
                  <c:v>1.9</c:v>
                </c:pt>
                <c:pt idx="2">
                  <c:v>2.3</c:v>
                </c:pt>
                <c:pt idx="3">
                  <c:v>2.8</c:v>
                </c:pt>
                <c:pt idx="4">
                  <c:v>2.4</c:v>
                </c:pt>
                <c:pt idx="5">
                  <c:v>3.6</c:v>
                </c:pt>
                <c:pt idx="6">
                  <c:v>2.6</c:v>
                </c:pt>
                <c:pt idx="7">
                  <c:v>2.8</c:v>
                </c:pt>
                <c:pt idx="8">
                  <c:v>2.4</c:v>
                </c:pt>
                <c:pt idx="9">
                  <c:v>4.6</c:v>
                </c:pt>
                <c:pt idx="10">
                  <c:v>3.0</c:v>
                </c:pt>
                <c:pt idx="11">
                  <c:v>4.0</c:v>
                </c:pt>
                <c:pt idx="12">
                  <c:v>3.9</c:v>
                </c:pt>
                <c:pt idx="13">
                  <c:v>3.5</c:v>
                </c:pt>
                <c:pt idx="14">
                  <c:v>3.8</c:v>
                </c:pt>
                <c:pt idx="15">
                  <c:v>5.8</c:v>
                </c:pt>
                <c:pt idx="16">
                  <c:v>5.6</c:v>
                </c:pt>
                <c:pt idx="17">
                  <c:v>5.8</c:v>
                </c:pt>
                <c:pt idx="18">
                  <c:v>6.5</c:v>
                </c:pt>
                <c:pt idx="19">
                  <c:v>5.4</c:v>
                </c:pt>
                <c:pt idx="20">
                  <c:v>6.2</c:v>
                </c:pt>
                <c:pt idx="21">
                  <c:v>5.2</c:v>
                </c:pt>
                <c:pt idx="22">
                  <c:v>6.2</c:v>
                </c:pt>
                <c:pt idx="23">
                  <c:v>11.7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.5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5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Paperwork and quotes</c:v>
                </c:pt>
                <c:pt idx="1">
                  <c:v>Installation ran over</c:v>
                </c:pt>
                <c:pt idx="2">
                  <c:v>After-hours call-out</c:v>
                </c:pt>
              </c:strCache>
            </c:strRef>
          </c:cat>
          <c:val>
            <c:numRef>
              <c:f>Sheet1!$B$2:$B$4</c:f>
              <c:numCache>
                <c:formatCode>#,##0;[Red](#,##0)</c:formatCode>
                <c:ptCount val="3"/>
                <c:pt idx="0">
                  <c:v>1.0</c:v>
                </c:pt>
                <c:pt idx="1">
                  <c:v>5.0</c:v>
                </c:pt>
                <c:pt idx="2">
                  <c:v>6.5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4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Technician T3</c:v>
                </c:pt>
                <c:pt idx="1">
                  <c:v>Technician T1</c:v>
                </c:pt>
                <c:pt idx="2">
                  <c:v>Technician T7</c:v>
                </c:pt>
                <c:pt idx="3">
                  <c:v>Technician T4</c:v>
                </c:pt>
                <c:pt idx="4">
                  <c:v>Technician T5</c:v>
                </c:pt>
              </c:strCache>
            </c:strRef>
          </c:cat>
          <c:val>
            <c:numRef>
              <c:f>Sheet1!$B$2:$B$6</c:f>
              <c:numCache>
                <c:formatCode>#,##0;[Red](#,##0)</c:formatCode>
                <c:ptCount val="5"/>
                <c:pt idx="0">
                  <c:v>1.5</c:v>
                </c:pt>
                <c:pt idx="1">
                  <c:v>2.0</c:v>
                </c:pt>
                <c:pt idx="2">
                  <c:v>2.0</c:v>
                </c:pt>
                <c:pt idx="3">
                  <c:v>2.5</c:v>
                </c:pt>
                <c:pt idx="4">
                  <c:v>4.5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1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October 2026 to date.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October so far: 11.7%; Overtime hours, October so far: 12.5 h; October last year: 4.0%. Technicians worked 12.5 h of overtime in October so far, 11.7% of ordinary hours (target under 5.0%), against 6.2% in September. Over the last year it has gone from 4.0% to 11.7%. After-hours call-out is the main reason: 6.5 h, 52.0% of the overtime. Technician T5 carried the most (4.5 h). Above target by 7.2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October 2026 to date.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October 2026 to date.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11.7%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71.0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46.0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12.5 h of overtime in October so far, 11.7% of ordinary hours (target under 5.0%), against 6.2% in September. Over the last year it has gone from 4.0% to 11.7%.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6.5 h, 52.0% of the overtime. Technician T5 carried the most (4.5 h). Above target by 7.2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