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Share reached %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cat>
            <c:strRef>
              <c:f>Sheet1!$A$2:$A$6</c:f>
              <c:strCache>
                <c:ptCount val="5"/>
                <c:pt idx="0">
                  <c:v>Mental health first aid</c:v>
                </c:pt>
                <c:pt idx="1">
                  <c:v>Community meals</c:v>
                </c:pt>
                <c:pt idx="2">
                  <c:v>Digital literacy</c:v>
                </c:pt>
                <c:pt idx="3">
                  <c:v>Youth outreach</c:v>
                </c:pt>
                <c:pt idx="4">
                  <c:v>Housing support</c:v>
                </c:pt>
              </c:strCache>
            </c:strRef>
          </c:cat>
          <c:val>
            <c:numRef>
              <c:f>Sheet1!$B$2:$B$6</c:f>
              <c:numCache>
                <c:formatCode>0.0"%";[Red](0.0"%")</c:formatCode>
                <c:ptCount val="5"/>
                <c:pt idx="0">
                  <c:v>73.3</c:v>
                </c:pt>
                <c:pt idx="1">
                  <c:v>84.8</c:v>
                </c:pt>
                <c:pt idx="2">
                  <c:v>87.5</c:v>
                </c:pt>
                <c:pt idx="3">
                  <c:v>90.0</c:v>
                </c:pt>
                <c:pt idx="4">
                  <c:v>100.0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4.99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People helped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Nov 24</c:v>
                </c:pt>
                <c:pt idx="1">
                  <c:v>Dec 24</c:v>
                </c:pt>
                <c:pt idx="2">
                  <c:v>Jan 25</c:v>
                </c:pt>
                <c:pt idx="3">
                  <c:v>Feb 25</c:v>
                </c:pt>
                <c:pt idx="4">
                  <c:v>Mar 25</c:v>
                </c:pt>
                <c:pt idx="5">
                  <c:v>Apr 25</c:v>
                </c:pt>
                <c:pt idx="6">
                  <c:v>May 25</c:v>
                </c:pt>
                <c:pt idx="7">
                  <c:v>Jun 25</c:v>
                </c:pt>
                <c:pt idx="8">
                  <c:v>Jul 25</c:v>
                </c:pt>
                <c:pt idx="9">
                  <c:v>Aug 25</c:v>
                </c:pt>
                <c:pt idx="10">
                  <c:v>Sep 25</c:v>
                </c:pt>
                <c:pt idx="11">
                  <c:v>Oct 25</c:v>
                </c:pt>
                <c:pt idx="12">
                  <c:v>Nov 25</c:v>
                </c:pt>
                <c:pt idx="13">
                  <c:v>Dec 25</c:v>
                </c:pt>
                <c:pt idx="14">
                  <c:v>Jan 26</c:v>
                </c:pt>
                <c:pt idx="15">
                  <c:v>Feb 26</c:v>
                </c:pt>
                <c:pt idx="16">
                  <c:v>Mar 26</c:v>
                </c:pt>
                <c:pt idx="17">
                  <c:v>Apr 26</c:v>
                </c:pt>
                <c:pt idx="18">
                  <c:v>May 26</c:v>
                </c:pt>
                <c:pt idx="19">
                  <c:v>Jun 26</c:v>
                </c:pt>
                <c:pt idx="20">
                  <c:v>Jul 26</c:v>
                </c:pt>
                <c:pt idx="21">
                  <c:v>Aug 26</c:v>
                </c:pt>
                <c:pt idx="22">
                  <c:v>Sep 26</c:v>
                </c:pt>
                <c:pt idx="23">
                  <c:v>Oct 26</c:v>
                </c:pt>
              </c:strCache>
            </c:strRef>
          </c:cat>
          <c:val>
            <c:numRef>
              <c:f>Sheet1!$B$2:$B$25</c:f>
              <c:numCache>
                <c:formatCode>#,##0;[Red](#,##0)</c:formatCode>
                <c:ptCount val="24"/>
                <c:pt idx="0">
                  <c:v>211</c:v>
                </c:pt>
                <c:pt idx="1">
                  <c:v>195</c:v>
                </c:pt>
                <c:pt idx="2">
                  <c:v>308</c:v>
                </c:pt>
                <c:pt idx="3">
                  <c:v>297</c:v>
                </c:pt>
                <c:pt idx="4">
                  <c:v>278</c:v>
                </c:pt>
                <c:pt idx="5">
                  <c:v>314</c:v>
                </c:pt>
                <c:pt idx="6">
                  <c:v>305</c:v>
                </c:pt>
                <c:pt idx="7">
                  <c:v>265</c:v>
                </c:pt>
                <c:pt idx="8">
                  <c:v>425</c:v>
                </c:pt>
                <c:pt idx="9">
                  <c:v>446</c:v>
                </c:pt>
                <c:pt idx="10">
                  <c:v>474</c:v>
                </c:pt>
                <c:pt idx="11">
                  <c:v>506</c:v>
                </c:pt>
                <c:pt idx="12">
                  <c:v>495</c:v>
                </c:pt>
                <c:pt idx="13">
                  <c:v>521</c:v>
                </c:pt>
                <c:pt idx="14">
                  <c:v>427</c:v>
                </c:pt>
                <c:pt idx="15">
                  <c:v>396</c:v>
                </c:pt>
                <c:pt idx="16">
                  <c:v>412</c:v>
                </c:pt>
                <c:pt idx="17">
                  <c:v>491</c:v>
                </c:pt>
                <c:pt idx="18">
                  <c:v>487</c:v>
                </c:pt>
                <c:pt idx="19">
                  <c:v>490</c:v>
                </c:pt>
                <c:pt idx="20">
                  <c:v>497</c:v>
                </c:pt>
                <c:pt idx="21">
                  <c:v>522</c:v>
                </c:pt>
                <c:pt idx="22">
                  <c:v>548</c:v>
                </c:pt>
                <c:pt idx="23">
                  <c:v>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6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Sample Community Services Ltd. Period: October 2026 to date. In short: 78 people helped in October so far; 12 couldn't be reached (86.7%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people did we help this month, and how many couldn't we reach?. People helped, October so far: 78; Couldn't reach, October so far: 12; Share reached, October so far: 86.7%. 78 people were helped in October so far, and 12 came to a program but couldn't be helped: 86.7% reached (target 90.0%), against 84.6% in September. Mental health first aid reached the smallest share: 73.3% (4 couldn't be helped). The main reason: program at capacity (6 people).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People helped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people couldn't be helped, October 2026 to date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2026 to date. In short: 78 people helped in October so far; 12 couldn't be reached (86.7% reached, target 90.0%). People helped by each program, day by day, and the people who came to a program but couldn't be helped (and why). People helped are counted against each program's own grant spend.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145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How many people did we help this month, and how many couldn't we reach?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344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Share of people reached, by program, October 2026 to 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People helped, October so far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548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Couldn't reach, October so far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8A6D3B"/>
                </a:solidFill>
                <a:latin typeface="Roboto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1767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29082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Share reached, October so far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65658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86.7%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2234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90.0%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543556"/>
          <a:ext cx="11277295" cy="25770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19" name="Connector 18"/>
          <p:cNvCxnSpPr/>
          <p:nvPr/>
        </p:nvCxnSpPr>
        <p:spPr>
          <a:xfrm>
            <a:off x="8959299" y="2620868"/>
            <a:ext cx="0" cy="2267834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862019" y="4888702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90.0%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440680"/>
            <a:ext cx="5501487" cy="914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2" name="TextBox 21"/>
          <p:cNvSpPr txBox="1"/>
          <p:nvPr/>
        </p:nvSpPr>
        <p:spPr>
          <a:xfrm>
            <a:off x="594360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78 people were helped in October so far, and 12 came to a program but couldn't be helped: 86.7% reached (target 90.0%), against 84.6% in September.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3007" y="5440680"/>
            <a:ext cx="5501487" cy="914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6370167" y="54955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0167" y="5769864"/>
            <a:ext cx="5227167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Mental health first aid reached the smallest share: 73.3% (4 couldn't be helped). The main reason: program at capacity (6 people).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People helped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people couldn't be helped, October 2026 to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people did we help this month, and how many couldn't we reach?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Main reason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People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Program at capacity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Waitlist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Outside the service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people-helped.pptx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