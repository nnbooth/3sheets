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Mental health first aid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Youth outreach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73.3</c:v>
                </c:pt>
                <c:pt idx="1">
                  <c:v>84.8</c:v>
                </c:pt>
                <c:pt idx="2">
                  <c:v>87.5</c:v>
                </c:pt>
                <c:pt idx="3">
                  <c:v>90.0</c:v>
                </c:pt>
                <c:pt idx="4">
                  <c:v>100.0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211</c:v>
                </c:pt>
                <c:pt idx="1">
                  <c:v>195</c:v>
                </c:pt>
                <c:pt idx="2">
                  <c:v>308</c:v>
                </c:pt>
                <c:pt idx="3">
                  <c:v>297</c:v>
                </c:pt>
                <c:pt idx="4">
                  <c:v>278</c:v>
                </c:pt>
                <c:pt idx="5">
                  <c:v>314</c:v>
                </c:pt>
                <c:pt idx="6">
                  <c:v>305</c:v>
                </c:pt>
                <c:pt idx="7">
                  <c:v>265</c:v>
                </c:pt>
                <c:pt idx="8">
                  <c:v>425</c:v>
                </c:pt>
                <c:pt idx="9">
                  <c:v>446</c:v>
                </c:pt>
                <c:pt idx="10">
                  <c:v>474</c:v>
                </c:pt>
                <c:pt idx="11">
                  <c:v>506</c:v>
                </c:pt>
                <c:pt idx="12">
                  <c:v>495</c:v>
                </c:pt>
                <c:pt idx="13">
                  <c:v>521</c:v>
                </c:pt>
                <c:pt idx="14">
                  <c:v>427</c:v>
                </c:pt>
                <c:pt idx="15">
                  <c:v>396</c:v>
                </c:pt>
                <c:pt idx="16">
                  <c:v>412</c:v>
                </c:pt>
                <c:pt idx="17">
                  <c:v>491</c:v>
                </c:pt>
                <c:pt idx="18">
                  <c:v>487</c:v>
                </c:pt>
                <c:pt idx="19">
                  <c:v>490</c:v>
                </c:pt>
                <c:pt idx="20">
                  <c:v>497</c:v>
                </c:pt>
                <c:pt idx="21">
                  <c:v>522</c:v>
                </c:pt>
                <c:pt idx="22">
                  <c:v>548</c:v>
                </c:pt>
                <c:pt idx="23">
                  <c:v>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October 2026 to date.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October so far: 78; Couldn't reach, October so far: 12; Share reached, October so far: 86.7%. 78 people were helped in October so far, and 12 came to a program but couldn't be helped: 86.7% reached (target 90.0%), against 84.6% in September. Mental health first aid reached the smallest share: 73.3% (4 couldn't be helped). The main reason: program at capacity (6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October 2026 to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October 2026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548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October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959299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62019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78 people were helped in October so far, and 12 came to a program but couldn't be helped: 86.7% reached (target 90.0%), against 84.6% in September.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reached the smallest share: 73.3% (4 couldn't be helped). The main reason: program at capacity (6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