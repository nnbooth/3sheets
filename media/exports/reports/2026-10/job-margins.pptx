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22.0</c:v>
                </c:pt>
                <c:pt idx="1">
                  <c:v>45.0</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7258</c:v>
                </c:pt>
                <c:pt idx="1">
                  <c:v>1519</c:v>
                </c:pt>
                <c:pt idx="2">
                  <c:v>24116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0.0"%";[Red](0.0"%")</c:formatCode>
                <c:ptCount val="14"/>
                <c:pt idx="0">
                  <c:v>58.2</c:v>
                </c:pt>
                <c:pt idx="1">
                  <c:v>58.8</c:v>
                </c:pt>
                <c:pt idx="2">
                  <c:v>58.8</c:v>
                </c:pt>
                <c:pt idx="3">
                  <c:v>59.0</c:v>
                </c:pt>
                <c:pt idx="4">
                  <c:v>59.0</c:v>
                </c:pt>
                <c:pt idx="5">
                  <c:v>59.1</c:v>
                </c:pt>
                <c:pt idx="6">
                  <c:v>59.4</c:v>
                </c:pt>
                <c:pt idx="7">
                  <c:v>59.9</c:v>
                </c:pt>
                <c:pt idx="8">
                  <c:v>59.9</c:v>
                </c:pt>
                <c:pt idx="9">
                  <c:v>59.9</c:v>
                </c:pt>
                <c:pt idx="10">
                  <c:v>60.0</c:v>
                </c:pt>
                <c:pt idx="11">
                  <c:v>60.0</c:v>
                </c:pt>
                <c:pt idx="12">
                  <c:v>61.1</c:v>
                </c:pt>
                <c:pt idx="13">
                  <c:v>62.2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$#,##0;[Red]($#,##0);"-"</c:formatCode>
                <c:ptCount val="14"/>
                <c:pt idx="0">
                  <c:v>1398</c:v>
                </c:pt>
                <c:pt idx="1">
                  <c:v>1530</c:v>
                </c:pt>
                <c:pt idx="2">
                  <c:v>2294</c:v>
                </c:pt>
                <c:pt idx="3">
                  <c:v>2478</c:v>
                </c:pt>
                <c:pt idx="4">
                  <c:v>1652</c:v>
                </c:pt>
                <c:pt idx="5">
                  <c:v>1774</c:v>
                </c:pt>
                <c:pt idx="6">
                  <c:v>2436</c:v>
                </c:pt>
                <c:pt idx="7">
                  <c:v>2038</c:v>
                </c:pt>
                <c:pt idx="8">
                  <c:v>1916</c:v>
                </c:pt>
                <c:pt idx="9">
                  <c:v>958</c:v>
                </c:pt>
                <c:pt idx="10">
                  <c:v>1080</c:v>
                </c:pt>
                <c:pt idx="11">
                  <c:v>2160</c:v>
                </c:pt>
                <c:pt idx="12">
                  <c:v>1344</c:v>
                </c:pt>
                <c:pt idx="13">
                  <c:v>1058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cat>
            <c:strRef>
              <c:f>Sheet1!$A$2:$A$2</c:f>
              <c:strCache>
                <c:ptCount val="1"/>
                <c:pt idx="0">
                  <c:v>Morningside house air-con install</c:v>
                </c:pt>
              </c:strCache>
            </c:strRef>
          </c:cat>
          <c:val>
            <c:numRef>
              <c:f>Sheet1!$B$2:$B$2</c:f>
              <c:numCache>
                <c:formatCode>0.0"%";[Red](0.0"%")</c:formatCode>
                <c:ptCount val="1"/>
                <c:pt idx="0">
                  <c:v>22.0</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cat>
            <c:strRef>
              <c:f>Sheet1!$A$2:$A$2</c:f>
              <c:strCache>
                <c:ptCount val="1"/>
                <c:pt idx="0">
                  <c:v>Morningside house air-con install</c:v>
                </c:pt>
              </c:strCache>
            </c:strRef>
          </c:cat>
          <c:val>
            <c:numRef>
              <c:f>Sheet1!$B$2:$B$2</c:f>
              <c:numCache>
                <c:formatCode>$#,##0;[Red]($#,##0);"-"</c:formatCode>
                <c:ptCount val="1"/>
                <c:pt idx="0">
                  <c:v>7258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cat>
            <c:strRef>
              <c:f>Sheet1!$A$2:$A$6</c:f>
              <c:strCache>
                <c:ptCount val="5"/>
                <c:pt idx="0">
                  <c:v>2.5-hour call-outs (1)</c:v>
                </c:pt>
                <c:pt idx="1">
                  <c:v>1-hour call-outs (2)</c:v>
                </c:pt>
                <c:pt idx="2">
                  <c:v>1.5-hour call-outs (1)</c:v>
                </c:pt>
                <c:pt idx="3">
                  <c:v>3-hour call-outs (1)</c:v>
                </c:pt>
                <c:pt idx="4">
                  <c:v>4-hour call-outs (2)</c:v>
                </c:pt>
              </c:strCache>
            </c:strRef>
          </c:cat>
          <c:val>
            <c:numRef>
              <c:f>Sheet1!$B$2:$B$6</c:f>
              <c:numCache>
                <c:formatCode>0.0"%";[Red](0.0"%")</c:formatCode>
                <c:ptCount val="5"/>
                <c:pt idx="0">
                  <c:v>41.0</c:v>
                </c:pt>
                <c:pt idx="1">
                  <c:v>42.0</c:v>
                </c:pt>
                <c:pt idx="2">
                  <c:v>44.2</c:v>
                </c:pt>
                <c:pt idx="3">
                  <c:v>44.7</c:v>
                </c:pt>
                <c:pt idx="4">
                  <c:v>48.1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cat>
            <c:strRef>
              <c:f>Sheet1!$A$2:$A$6</c:f>
              <c:strCache>
                <c:ptCount val="5"/>
                <c:pt idx="0">
                  <c:v>2.5-hour call-outs (1)</c:v>
                </c:pt>
                <c:pt idx="1">
                  <c:v>1-hour call-outs (2)</c:v>
                </c:pt>
                <c:pt idx="2">
                  <c:v>1.5-hour call-outs (1)</c:v>
                </c:pt>
                <c:pt idx="3">
                  <c:v>3-hour call-outs (1)</c:v>
                </c:pt>
                <c:pt idx="4">
                  <c:v>4-hour call-outs (2)</c:v>
                </c:pt>
              </c:strCache>
            </c:strRef>
          </c:cat>
          <c:val>
            <c:numRef>
              <c:f>Sheet1!$B$2:$B$6</c:f>
              <c:numCache>
                <c:formatCode>$#,##0;[Red]($#,##0);"-"</c:formatCode>
                <c:ptCount val="5"/>
                <c:pt idx="0">
                  <c:v>250</c:v>
                </c:pt>
                <c:pt idx="1">
                  <c:v>193</c:v>
                </c:pt>
                <c:pt idx="2">
                  <c:v>136</c:v>
                </c:pt>
                <c:pt idx="3">
                  <c:v>270</c:v>
                </c:pt>
                <c:pt idx="4">
                  <c:v>670</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0.0"%";[Red](0.0"%")</c:formatCode>
                <c:ptCount val="24"/>
                <c:pt idx="0">
                  <c:v>37.0</c:v>
                </c:pt>
                <c:pt idx="1">
                  <c:v>40.4</c:v>
                </c:pt>
                <c:pt idx="2">
                  <c:v>42.7</c:v>
                </c:pt>
                <c:pt idx="3">
                  <c:v>36.4</c:v>
                </c:pt>
                <c:pt idx="4">
                  <c:v>36.5</c:v>
                </c:pt>
                <c:pt idx="5">
                  <c:v>38.4</c:v>
                </c:pt>
                <c:pt idx="6">
                  <c:v>35.5</c:v>
                </c:pt>
                <c:pt idx="7">
                  <c:v>40.5</c:v>
                </c:pt>
                <c:pt idx="8">
                  <c:v>35.6</c:v>
                </c:pt>
                <c:pt idx="9">
                  <c:v>43.8</c:v>
                </c:pt>
                <c:pt idx="10">
                  <c:v>37.6</c:v>
                </c:pt>
                <c:pt idx="11">
                  <c:v>38.4</c:v>
                </c:pt>
                <c:pt idx="12">
                  <c:v>33.7</c:v>
                </c:pt>
                <c:pt idx="13">
                  <c:v>37.4</c:v>
                </c:pt>
                <c:pt idx="14">
                  <c:v>35.3</c:v>
                </c:pt>
                <c:pt idx="15">
                  <c:v>38.6</c:v>
                </c:pt>
                <c:pt idx="16">
                  <c:v>35.6</c:v>
                </c:pt>
                <c:pt idx="17">
                  <c:v>41.7</c:v>
                </c:pt>
                <c:pt idx="18">
                  <c:v>39.0</c:v>
                </c:pt>
                <c:pt idx="19">
                  <c:v>38.5</c:v>
                </c:pt>
                <c:pt idx="20">
                  <c:v>36.8</c:v>
                </c:pt>
                <c:pt idx="21">
                  <c:v>41.1</c:v>
                </c:pt>
                <c:pt idx="22">
                  <c:v>36.1</c:v>
                </c:pt>
                <c:pt idx="23">
                  <c:v>42.8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Nov 24</c:v>
                </c:pt>
                <c:pt idx="1">
                  <c:v>Dec 24</c:v>
                </c:pt>
                <c:pt idx="2">
                  <c:v>Jan 25</c:v>
                </c:pt>
                <c:pt idx="3">
                  <c:v>Feb 25</c:v>
                </c:pt>
                <c:pt idx="4">
                  <c:v>Mar 25</c:v>
                </c:pt>
                <c:pt idx="5">
                  <c:v>Apr 25</c:v>
                </c:pt>
                <c:pt idx="6">
                  <c:v>May 25</c:v>
                </c:pt>
                <c:pt idx="7">
                  <c:v>Jun 25</c:v>
                </c:pt>
                <c:pt idx="8">
                  <c:v>Jul 25</c:v>
                </c:pt>
                <c:pt idx="9">
                  <c:v>Aug 25</c:v>
                </c:pt>
                <c:pt idx="10">
                  <c:v>Sep 25</c:v>
                </c:pt>
                <c:pt idx="11">
                  <c:v>Oct 25</c:v>
                </c:pt>
                <c:pt idx="12">
                  <c:v>Nov 25</c:v>
                </c:pt>
                <c:pt idx="13">
                  <c:v>Dec 25</c:v>
                </c:pt>
                <c:pt idx="14">
                  <c:v>Jan 26</c:v>
                </c:pt>
                <c:pt idx="15">
                  <c:v>Feb 26</c:v>
                </c:pt>
                <c:pt idx="16">
                  <c:v>Mar 26</c:v>
                </c:pt>
                <c:pt idx="17">
                  <c:v>Apr 26</c:v>
                </c:pt>
                <c:pt idx="18">
                  <c:v>May 26</c:v>
                </c:pt>
                <c:pt idx="19">
                  <c:v>Jun 26</c:v>
                </c:pt>
                <c:pt idx="20">
                  <c:v>Jul 26</c:v>
                </c:pt>
                <c:pt idx="21">
                  <c:v>Aug 26</c:v>
                </c:pt>
                <c:pt idx="22">
                  <c:v>Sep 26</c:v>
                </c:pt>
                <c:pt idx="23">
                  <c:v>Oct 26</c:v>
                </c:pt>
              </c:strCache>
            </c:strRef>
          </c:cat>
          <c:val>
            <c:numRef>
              <c:f>Sheet1!$B$2:$B$25</c:f>
              <c:numCache>
                <c:formatCode>$#,##0;[Red]($#,##0);"-"</c:formatCode>
                <c:ptCount val="24"/>
                <c:pt idx="0">
                  <c:v>66458</c:v>
                </c:pt>
                <c:pt idx="1">
                  <c:v>57840</c:v>
                </c:pt>
                <c:pt idx="2">
                  <c:v>60167</c:v>
                </c:pt>
                <c:pt idx="3">
                  <c:v>58595</c:v>
                </c:pt>
                <c:pt idx="4">
                  <c:v>49330</c:v>
                </c:pt>
                <c:pt idx="5">
                  <c:v>47897</c:v>
                </c:pt>
                <c:pt idx="6">
                  <c:v>46116</c:v>
                </c:pt>
                <c:pt idx="7">
                  <c:v>66529</c:v>
                </c:pt>
                <c:pt idx="8">
                  <c:v>66434</c:v>
                </c:pt>
                <c:pt idx="9">
                  <c:v>60906</c:v>
                </c:pt>
                <c:pt idx="10">
                  <c:v>48201</c:v>
                </c:pt>
                <c:pt idx="11">
                  <c:v>49446</c:v>
                </c:pt>
                <c:pt idx="12">
                  <c:v>58844</c:v>
                </c:pt>
                <c:pt idx="13">
                  <c:v>50453</c:v>
                </c:pt>
                <c:pt idx="14">
                  <c:v>58190</c:v>
                </c:pt>
                <c:pt idx="15">
                  <c:v>75710</c:v>
                </c:pt>
                <c:pt idx="16">
                  <c:v>68158</c:v>
                </c:pt>
                <c:pt idx="17">
                  <c:v>68843</c:v>
                </c:pt>
                <c:pt idx="18">
                  <c:v>63105</c:v>
                </c:pt>
                <c:pt idx="19">
                  <c:v>66663</c:v>
                </c:pt>
                <c:pt idx="20">
                  <c:v>71121</c:v>
                </c:pt>
                <c:pt idx="21">
                  <c:v>73637</c:v>
                </c:pt>
                <c:pt idx="22">
                  <c:v>73107</c:v>
                </c:pt>
                <c:pt idx="23">
                  <c:v>32893</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October 2026 to date. Every job's gross margin: revenue less materials, subcontractors and technician time at $68 an hour (fully loaded: wages and all on-costs). Before overheads, so this is not profit.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September 2026: Locked. September 2026 is locked (closed 2 Oct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September's jobs made $73,107 gross margin (36.1%). Technician time not charged to jobs took $3,430 and overheads $59,580, leaving $10,097 profit before tax (5.0% of revenue). To cover overheads, jobs need a 31.1%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September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$73,107</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$51,170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$3,430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$69,677</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$59,580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$10,097</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$202,337</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36.1%</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5.0%</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31.1%</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All jobs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October so far · All jobs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42.8%</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September 36.1%</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October 2026 to date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October 2026 to date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 October so far maintenance contracts made a 59.5% job gross margin, installations made a 22.0% job gross margin, call-outs and repairs made a 45.0% job gross margin (technician time at $68 an hour, wages and all on-costs). Jobs need 31.1%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the most profitable work you do. Installations: 22.0% gross margin, below the 31.1%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Maintenance contracts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October so far · Maintenance contracts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September 59.5%</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October 2026 to date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October 2026 to date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14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The Kangaroo Point townhouses contract: 58.2% gross margin, 27.1 points clear of the 31.1% overheads need. Maintenance contracts overall: 59.5% gross margin.</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Installations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October so far · Installations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September 27.0%</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October 2026 to date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October 2026 to date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1 of the 1 installation jobs invoiced in October so far made less than the 35.0% job gross margin target. The Morningside house air-con install made a 22.0% job gross margin: 131.5 h of technician time ($8,942) and $2,300 of subcontractors on a $33,000 job. Jobs need 31.1%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Below the 31.1% overheads need: Morningside house air-con install (22.0%). Most profitable: Morningside house air-con install (22.0%).</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October so far · Call-outs and repairs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45.0%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September 43.9%</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Technician time charged, October so far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$2,465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73.0% of call-out revenue</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Materials charged, October so far</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$910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$700 at cost, plus 30%</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October 2026 to date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October 2026 to date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7 call-outs in October so far billed $2,465 of technician time and $910 of materials ($700 at cost plus 30%), and made a 45.0% job gross margin between them. Gross margins run from 41.0% to 48.1%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45.0% gross margin, 13.9 points clear of the 31.1%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