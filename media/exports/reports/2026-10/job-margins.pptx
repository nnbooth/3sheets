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22.0</c:v>
                </c:pt>
                <c:pt idx="1">
                  <c:v>45.0</c:v>
                </c:pt>
                <c:pt idx="2">
                  <c:v>59.5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.4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Wacol logistics depot</c:v>
                </c:pt>
                <c:pt idx="6">
                  <c:v>Chermside retail centre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Southbank cafe group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58.2</c:v>
                </c:pt>
                <c:pt idx="1">
                  <c:v>58.8</c:v>
                </c:pt>
                <c:pt idx="2">
                  <c:v>58.8</c:v>
                </c:pt>
                <c:pt idx="3">
                  <c:v>59.0</c:v>
                </c:pt>
                <c:pt idx="4">
                  <c:v>59.0</c:v>
                </c:pt>
                <c:pt idx="5">
                  <c:v>59.1</c:v>
                </c:pt>
                <c:pt idx="6">
                  <c:v>59.4</c:v>
                </c:pt>
                <c:pt idx="7">
                  <c:v>59.9</c:v>
                </c:pt>
                <c:pt idx="8">
                  <c:v>59.9</c:v>
                </c:pt>
                <c:pt idx="9">
                  <c:v>59.9</c:v>
                </c:pt>
                <c:pt idx="10">
                  <c:v>60.0</c:v>
                </c:pt>
                <c:pt idx="11">
                  <c:v>60.0</c:v>
                </c:pt>
                <c:pt idx="12">
                  <c:v>61.1</c:v>
                </c:pt>
                <c:pt idx="13">
                  <c:v>62.2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5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cat>
            <c:strRef>
              <c:f>Sheet1!$A$2:$A$2</c:f>
              <c:strCache>
                <c:ptCount val="1"/>
                <c:pt idx="0">
                  <c:v>Morningside house air-con install</c:v>
                </c:pt>
              </c:strCache>
            </c:strRef>
          </c:cat>
          <c:val>
            <c:numRef>
              <c:f>Sheet1!$B$2:$B$2</c:f>
              <c:numCache>
                <c:formatCode>0.0"%";[Red](0.0"%")</c:formatCode>
                <c:ptCount val="1"/>
                <c:pt idx="0">
                  <c:v>22.0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2.5-hour call-outs (1)</c:v>
                </c:pt>
                <c:pt idx="1">
                  <c:v>1-hour call-outs (2)</c:v>
                </c:pt>
                <c:pt idx="2">
                  <c:v>1.5-hour call-outs (1)</c:v>
                </c:pt>
                <c:pt idx="3">
                  <c:v>3-hour call-outs (1)</c:v>
                </c:pt>
                <c:pt idx="4">
                  <c:v>4-hour call-outs (2)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41.0</c:v>
                </c:pt>
                <c:pt idx="1">
                  <c:v>42.0</c:v>
                </c:pt>
                <c:pt idx="2">
                  <c:v>44.2</c:v>
                </c:pt>
                <c:pt idx="3">
                  <c:v>44.7</c:v>
                </c:pt>
                <c:pt idx="4">
                  <c:v>48.1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5.3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37.0</c:v>
                </c:pt>
                <c:pt idx="1">
                  <c:v>40.4</c:v>
                </c:pt>
                <c:pt idx="2">
                  <c:v>42.7</c:v>
                </c:pt>
                <c:pt idx="3">
                  <c:v>36.4</c:v>
                </c:pt>
                <c:pt idx="4">
                  <c:v>36.5</c:v>
                </c:pt>
                <c:pt idx="5">
                  <c:v>38.4</c:v>
                </c:pt>
                <c:pt idx="6">
                  <c:v>35.5</c:v>
                </c:pt>
                <c:pt idx="7">
                  <c:v>40.5</c:v>
                </c:pt>
                <c:pt idx="8">
                  <c:v>35.6</c:v>
                </c:pt>
                <c:pt idx="9">
                  <c:v>43.8</c:v>
                </c:pt>
                <c:pt idx="10">
                  <c:v>37.6</c:v>
                </c:pt>
                <c:pt idx="11">
                  <c:v>38.4</c:v>
                </c:pt>
                <c:pt idx="12">
                  <c:v>33.7</c:v>
                </c:pt>
                <c:pt idx="13">
                  <c:v>37.4</c:v>
                </c:pt>
                <c:pt idx="14">
                  <c:v>35.3</c:v>
                </c:pt>
                <c:pt idx="15">
                  <c:v>38.6</c:v>
                </c:pt>
                <c:pt idx="16">
                  <c:v>35.6</c:v>
                </c:pt>
                <c:pt idx="17">
                  <c:v>41.7</c:v>
                </c:pt>
                <c:pt idx="18">
                  <c:v>39.0</c:v>
                </c:pt>
                <c:pt idx="19">
                  <c:v>38.5</c:v>
                </c:pt>
                <c:pt idx="20">
                  <c:v>36.8</c:v>
                </c:pt>
                <c:pt idx="21">
                  <c:v>41.1</c:v>
                </c:pt>
                <c:pt idx="22">
                  <c:v>36.1</c:v>
                </c:pt>
                <c:pt idx="23">
                  <c:v>42.8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October 2026 to date.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 · latest closed month: September. October is still in progress and wages are paid fortnightly, so a part month can't be bridged: this is September, the latest closed month. September's jobs made $73,107 gross margin (36.1%). Technician time not charged to jobs took $3,430 and overheads $59,580, leaving $10,097 profit before tax (5.0% of revenue). To cover overheads, jobs need a 31.1%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October so far · All jobs: 42.8%; Job gross margin, September · All jobs: 36.1%; Gross margin jobs need to break even: 31.1%. In October so far maintenance contracts made a 59.5% job gross margin, installations made a 22.0% job gross margin, call-outs and repairs made a 45.0% job gross margin (technician time at $68 an hour, wages and all on-costs). Jobs need 31.1% just to cover overheads. Installations: 22.0% gross margin, 13.0 points under the 35.0% target: about $4,292 on $33,000 of revenue in October so far. It's below the 31.1% needed to cover overheads, too. Maintenance contracts: 59.5% gross margin, 24.5 points over the 35.0% target ($9,941 ahead on $40,500 in October so far).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October so far · Maintenance contracts: 59.5%; Job gross margin, September · Maintenance contracts: 59.5%; Gross margin jobs need to break even: 31.1%. All 14 contracts made more than the 35.0% job gross margin target. The thinnest was Kangaroo Point townhouses at 58.2% job gross margin: 14.0 h of technician time on a $2,400 monthly fee. The thinnest, Kangaroo Point townhouses: 58.2% gross margin, 23.3 points over the 35.0% target ($558 ahead on $2,400 in October so far). All maintenance contracts: 59.5% gross margin, 24.5 points over the 35.0% target ($9,941 ahead on $40,500 in October so far).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October 2026 to date. The month's fee less materials and technician time at $68/hour. Target 35.0% is what to price for; break-even 31.1%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October so far · Installations: 22.0%; Job gross margin, September · Installations: 27.0%; Gross margin jobs need to break even: 31.1%. 1 of the 1 installation jobs invoiced in October so far made less than the 35.0% job gross margin target. The Morningside house air-con install made a 22.0% job gross margin: 131.5 h of technician time ($8,942) and $2,300 of subcontractors on a $33,000 job. Jobs need 31.1% gross margin just to cover overheads. 1 installation under the 35.0% target, worth about $4,292 between them on $33,000 of revenue. The biggest gap, Morningside house air-con install: 22.0% gross margin, 13.0 points under the 35.0% target: about $4,292 on $33,000 of revenue in October so far. It's below the 31.1%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October so far · Call-outs and repairs: 45.0%; Job gross margin, September · Call-outs and repairs: 43.9%; Gross margin jobs need to break even: 31.1%; Technician time charged, October so far: $2,465; Materials charged, October so far: $910. 7 call-outs in October so far billed $2,465 of technician time and $910 of materials ($700 at cost plus 30%), and made a 45.0% job gross margin between them. Gross margins run from 41.0% to 48.1% by length: the hourly rate covers technician time comfortably, so the gross margin mostly moves with how much material goes on the van. All call-outs: 45.0% gross margin, 10.0 points over the 35.0% target ($338 ahead on $3,375 in October so far).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 · latest closed month: September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 is still in progress and wages are paid fortnightly, so a part month can't be bridged: this is September, the latest closed month. September's jobs made $73,107 gross margin (36.1%). Technician time not charged to jobs took $3,430 and overheads $59,580, leaving $10,097 profit before tax (5.0% of revenue). To cover overheads, jobs need a 31.1%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596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$73,107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$51,170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$3,430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$59,580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$10,097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$202,337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October 2026 to date.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186082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88802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13276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715996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31.1%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so far maintenance contracts made a 59.5% job gross margin, installations made a 22.0% job gross margin, call-outs and repairs made a 45.0% job gross margin (technician time at $68 an hour, wages and all on-costs). Jobs need 31.1%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22.0% gross margin, 13.0 points under the 35.0% target: about $4,292 on $33,000 of revenue in October so far. It's below the 31.1% needed to cover overheads, too. Maintenance contracts: 59.5% gross margin, 24.5 points over the 35.0% target ($9,941 ahead on $40,500 in October so far).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58.2% job gross margin: 14.0 h of technician time on a $2,400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58.2% gross margin, 23.3 points over the 35.0% target ($558 ahead on $2,400 in October so far). All maintenance contracts: 59.5% gross margin, 24.5 points over the 35.0% target ($9,941 ahead on $40,500 in October so far).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31.1%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040851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571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84228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586948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31.1%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27.0%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1155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37983"/>
            <a:ext cx="0" cy="98169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36196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94297" y="2637983"/>
            <a:ext cx="0" cy="981699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97017" y="38574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31.1%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23004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427786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552188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of the 1 installation jobs invoiced in October so far made less than the 35.0% job gross margin target. The Morningside house air-con install made a 22.0% job gross margin: 131.5 h of technician time ($8,942) and $2,300 of subcontractors on a $33,000 job. Jobs need 31.1%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223004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427786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4552188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installation under the 35.0% target, worth about $4,292 between them on $33,000 of revenue. The biggest gap, Morningside house air-con install: 22.0% gross margin, 13.0 points under the 35.0% target: about $4,292 on $33,000 of revenue in October so far. It's below the 31.1%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October so far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$2,465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73.0%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October so 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$700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979032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81752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17869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20589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31.1%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 call-outs in October so far billed $2,465 of technician time and $910 of materials ($700 at cost plus 30%), and made a 45.0% job gross margin between them. Gross margins run from 41.0% to 48.1%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45.0% gross margin, 10.0 points over the 35.0% target ($338 ahead on $3,375 in October so far).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