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9</c:v>
                </c:pt>
                <c:pt idx="1">
                  <c:v>10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0"¢";[Red](0"¢")</c:formatCode>
                <c:ptCount val="24"/>
                <c:pt idx="0">
                  <c:v>19</c:v>
                </c:pt>
                <c:pt idx="1">
                  <c:v>22</c:v>
                </c:pt>
                <c:pt idx="2">
                  <c:v>12</c:v>
                </c:pt>
                <c:pt idx="3">
                  <c:v>11</c:v>
                </c:pt>
                <c:pt idx="4">
                  <c:v>12</c:v>
                </c:pt>
                <c:pt idx="5">
                  <c:v>11</c:v>
                </c:pt>
                <c:pt idx="6">
                  <c:v>11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21</c:v>
                </c:pt>
                <c:pt idx="11">
                  <c:v>11</c:v>
                </c:pt>
                <c:pt idx="12">
                  <c:v>11</c:v>
                </c:pt>
                <c:pt idx="13">
                  <c:v>14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11</c:v>
                </c:pt>
                <c:pt idx="18">
                  <c:v>10</c:v>
                </c:pt>
                <c:pt idx="19">
                  <c:v>11</c:v>
                </c:pt>
                <c:pt idx="20">
                  <c:v>11</c:v>
                </c:pt>
                <c:pt idx="21">
                  <c:v>13</c:v>
                </c:pt>
                <c:pt idx="22">
                  <c:v>20</c:v>
                </c:pt>
                <c:pt idx="23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 so far · all fundraising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source, October 2026 to date (cents) · Source: All fundraising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All fundraising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October so far cost 9¢ to raise each dollar, against 20¢ in September. This financial year to date it has cost 15¢ a dollar, against 15¢ in the same period last year. October is still in progress (data to 6 October), so it is a part month against full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 so far ·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9¢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9¢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Grants cost 10¢ to raise each dollar this financial year to date ($22,316 of grant writing and reporting for $234,325), against 11¢ in the same period last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 so far · Donations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19¢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16¢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Donations cost 16¢ to raise each dollar this financial year to date ($10,115 of donor campaigns for $63,894), against 14¢ in the same period last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 so far · Fundraising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41¢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645920"/>
            <a:ext cx="5501487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15887" y="1783080"/>
            <a:ext cx="5135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Year to date (Jul to Oct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240280"/>
            <a:ext cx="51357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46¢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3017520"/>
            <a:ext cx="51357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same period last year: 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Fundraising events cost 46¢ to raise each dollar this financial year to date ($19,300 of event costs for $41,600), against 41¢ in the same period last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Cost to raise a dollar, by month (cents) · Cents per $1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Months with an event (the gala, the Christmas appeal) jump. A gap means nothing was raised that month.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