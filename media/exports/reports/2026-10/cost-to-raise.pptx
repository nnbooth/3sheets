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19</c:v>
                </c:pt>
                <c:pt idx="1">
                  <c:v>22</c:v>
                </c:pt>
                <c:pt idx="2">
                  <c:v>12</c:v>
                </c:pt>
                <c:pt idx="3">
                  <c:v>11</c:v>
                </c:pt>
                <c:pt idx="4">
                  <c:v>12</c:v>
                </c:pt>
                <c:pt idx="5">
                  <c:v>11</c:v>
                </c:pt>
                <c:pt idx="6">
                  <c:v>11</c:v>
                </c:pt>
                <c:pt idx="7">
                  <c:v>13</c:v>
                </c:pt>
                <c:pt idx="8">
                  <c:v>13</c:v>
                </c:pt>
                <c:pt idx="9">
                  <c:v>12</c:v>
                </c:pt>
                <c:pt idx="10">
                  <c:v>21</c:v>
                </c:pt>
                <c:pt idx="11">
                  <c:v>11</c:v>
                </c:pt>
                <c:pt idx="12">
                  <c:v>11</c:v>
                </c:pt>
                <c:pt idx="13">
                  <c:v>14</c:v>
                </c:pt>
                <c:pt idx="14">
                  <c:v>13</c:v>
                </c:pt>
                <c:pt idx="15">
                  <c:v>13</c:v>
                </c:pt>
                <c:pt idx="16">
                  <c:v>13</c:v>
                </c:pt>
                <c:pt idx="17">
                  <c:v>11</c:v>
                </c:pt>
                <c:pt idx="18">
                  <c:v>10</c:v>
                </c:pt>
                <c:pt idx="19">
                  <c:v>11</c:v>
                </c:pt>
                <c:pt idx="20">
                  <c:v>11</c:v>
                </c:pt>
                <c:pt idx="21">
                  <c:v>13</c:v>
                </c:pt>
                <c:pt idx="22">
                  <c:v>20</c:v>
                </c:pt>
                <c:pt idx="2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2026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so far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20¢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October 2026 to date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October so far cost 9¢ to raise each dollar, against 20¢ in September. This financial year to date it has cost 15¢ a dollar, against 15¢ in the same period last year. October is still in progress (data to 6 October), so it is a part month against full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so far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9¢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10¢ to raise each dollar this financial year to date ($22,316 of grant writing and reporting for $234,325), against 11¢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so far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19¢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16¢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16¢ to raise each dollar this financial year to date ($10,115 of donor campaigns for $63,894), against 14¢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so far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41¢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46¢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