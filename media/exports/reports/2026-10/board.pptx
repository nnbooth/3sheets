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A one-page board summary for October 2026 to date: the result, the money, the risks, and the decisions to make. The full statements are in the downloads.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Surplus, October so far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B42318"/>
                </a:solidFill>
                <a:latin typeface="Roboto"/>
              </a:rPr>
              <a:t>($10,737)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$10,380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5103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527983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Surplus (deficit), year to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B42318"/>
                </a:solidFill>
                <a:latin typeface="Roboto"/>
              </a:rPr>
              <a:t>($49,527)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 to Oct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15887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1.8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reserves target 3.0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0911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303791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October so far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3791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9¢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3791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7295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1082009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Unrestricted cash covers 1.8 months of spending, against a 3.0 months reserves target.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4 grant(s) end within 6 months with $203,366 still to spend. Housing support: $97,842 left in 2 months ($48,921 a month needed, against $4,458 spent in October so far).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Fundraising cost 9¢ per dollar in October so far: grants the cheapest (9¢), donations the dearest (10¢).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Against budget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$262,158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$97,842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$21,429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$24,000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89.3%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$14,571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$60,302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$29,698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$58,745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83.9%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$61,255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$309,558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$170,442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$12,615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78.8%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$35,385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Decisions to make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7295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DECISIONS TO MAKE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1082009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Housing support: lift spending to $48,921 a month, or ask State Housing Program about carrying the balance over.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Reserves: how much of each month's surplus goes to reserves, and by when the target is reached.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Fundraising: where the next spare hours go, given what each source costs to raise.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