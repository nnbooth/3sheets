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October 2026 to date.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October so far: ($10,737); Surplus (deficit), year to date: ($49,527); Unrestricted cash runway: 1.8 months; Cost to raise a dollar, October so far: 9¢.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October so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($10,737)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$10,380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($49,527)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Oct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1.8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October so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20¢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1.8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4 grants end within 6 months with $203,366 still to spend. Housing support: $97,842 left in 2 months ($48,921 a month needed, against $4,458 spent in October so far).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9¢ per dollar in October so far: grants the cheapest (9¢), donations the dearest (10¢).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$48,921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OR UNDER BUDGET TO DATE,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$262,158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87.4%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$97,842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$21,429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89.3%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$14,571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$29,698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$58,745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83.9%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$61,255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$309,558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$170,442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$12,615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78.8%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$35,385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