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Sample Community Services Ltd. Period: October 2026 to date. A one-page board summary for October 2026 to date: the result, the money, the risks, and the decisions to make. The full statements are in the downloads.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Surplus, October so far: ($10,737); Surplus (deficit), year to date: ($49,527); Unrestricted cash runway: 1.8 months; Cost to raise a dollar, October so far: 9¢.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A one-page board summary for October 2026 to date: the result, the money, the risks, and the decisions to make. The full statements are in the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the board need to see?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Surplus, October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($10,737)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$10,380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0833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 (deficit), year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($49,527)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Oct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47307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 3.0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6621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23781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October so far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20¢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5501487" cy="1889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THE BOARD SHOULD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Unrestricted cash covers 1.8 months of spending, against a 3.0 months reserves target.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4 grants end within 6 months with $203,366 still to spend. Housing support: $97,842 left in 2 months ($48,921 a month needed, against $4,458 spent in October so far).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Fundraising cost 9¢ per dollar in October so far: grants the cheapest (9¢), donations the dearest (10¢).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286000"/>
            <a:ext cx="5501487" cy="1889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DECISIONS TO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1. Housing support: lift spending to $48,921 a month, or ask State Housing Program about carrying the balance over.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2. Reserves: how much of each month's surplus goes to reserves, and by when the target is reached.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3. Fundraising: where the next spare hours go, given what each source costs to raise.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2920"/>
            <a:ext cx="112772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GRANTS · AGAINST BUDGET: RED WHEN SPENDING IS MORE THAN 1% OVER BUDGET TO DATE, GREEN MORE THAN 1% UNDER, AMBER WITHIN 1%.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587240"/>
          <a:ext cx="11277295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Against budget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$262,158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87.4%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$97,842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$21,429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$24,000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89.3%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$14,571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$60,302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$29,698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$58,745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$70,000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83.9%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$61,255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$309,558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$170,442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$12,615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78.8%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$35,385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