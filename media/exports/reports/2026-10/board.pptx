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2026 to date.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2318"/>
                </a:solidFill>
                <a:latin typeface="Arial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2318"/>
                </a:solidFill>
                <a:latin typeface="Arial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1.8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20¢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Unrestricted cash covers 1.8 months of spending, against a 3.0 months reserves target.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4 grant(s) end within 6 months with $203,366 still to spend. Housing support: $97,842 left in 2 months ($48,921 a month needed, against $4,458 spent in October so far).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Housing support: lift spending to $48,921 a month, or ask State Housing Program about carrying the balance over.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Reserves: how much of each month's surplus goes to reserves, and by when the target is reached.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