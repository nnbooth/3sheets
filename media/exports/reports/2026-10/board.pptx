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October 2026 to date. In short: A ($10,737) deficit in October so far, 1.7 months of runway, and 4 grants ending within 6 months.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October so far: ($10,737); Surplus (deficit), year to date: ($49,527); Unrestricted cash runway: 1.7 months; Cost to raise a dollar, October so far: 9¢.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A ($10,737) deficit in October so far, 1.7 months of runway, and 4 grants ending within 6 months.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1.7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1.7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