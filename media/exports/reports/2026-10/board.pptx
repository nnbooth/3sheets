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A one-page board summary for October 2026 to date: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Surplus, October so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B42318"/>
                </a:solidFill>
                <a:latin typeface="Roboto"/>
              </a:rPr>
              <a:t>($10,737)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$10,380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B42318"/>
                </a:solidFill>
                <a:latin typeface="Roboto"/>
              </a:rPr>
              <a:t>($49,527)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Oct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1.8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October so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Unrestricted cash covers 1.8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4 grants end within 6 months with $203,366 still to spend. Housing support: $97,842 left in 2 months ($48,921 a month needed, against $4,458 spent in October so far).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 cost 9¢ per dollar in October so far: grants the cheapest (9¢), donations the dearest (10¢).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$262,158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$97,842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$21,429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89.3%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$14,571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$60,302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$29,698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$58,745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$61,255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$309,558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$170,442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$12,615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78.8%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$35,385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Decisions to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Housing support: lift spending to $48,921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Fundraising: where the next spare hours go, given what each source costs to raise.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