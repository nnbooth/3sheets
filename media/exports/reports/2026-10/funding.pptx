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9</c:v>
                </c:pt>
                <c:pt idx="1">
                  <c:v>10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49500</c:v>
                </c:pt>
                <c:pt idx="1">
                  <c:v>60600</c:v>
                </c:pt>
                <c:pt idx="2">
                  <c:v>75100</c:v>
                </c:pt>
                <c:pt idx="3">
                  <c:v>77300</c:v>
                </c:pt>
                <c:pt idx="4">
                  <c:v>70200</c:v>
                </c:pt>
                <c:pt idx="5">
                  <c:v>77200</c:v>
                </c:pt>
                <c:pt idx="6">
                  <c:v>77500</c:v>
                </c:pt>
                <c:pt idx="7">
                  <c:v>90300</c:v>
                </c:pt>
                <c:pt idx="8">
                  <c:v>72563</c:v>
                </c:pt>
                <c:pt idx="9">
                  <c:v>77544</c:v>
                </c:pt>
                <c:pt idx="10">
                  <c:v>115037</c:v>
                </c:pt>
                <c:pt idx="11">
                  <c:v>85385</c:v>
                </c:pt>
                <c:pt idx="12">
                  <c:v>88864</c:v>
                </c:pt>
                <c:pt idx="13">
                  <c:v>101093</c:v>
                </c:pt>
                <c:pt idx="14">
                  <c:v>72885</c:v>
                </c:pt>
                <c:pt idx="15">
                  <c:v>72159</c:v>
                </c:pt>
                <c:pt idx="16">
                  <c:v>70306</c:v>
                </c:pt>
                <c:pt idx="17">
                  <c:v>83329</c:v>
                </c:pt>
                <c:pt idx="18">
                  <c:v>88845</c:v>
                </c:pt>
                <c:pt idx="19">
                  <c:v>110972</c:v>
                </c:pt>
                <c:pt idx="20">
                  <c:v>86918</c:v>
                </c:pt>
                <c:pt idx="21">
                  <c:v>92100</c:v>
                </c:pt>
                <c:pt idx="22">
                  <c:v>146500</c:v>
                </c:pt>
                <c:pt idx="23">
                  <c:v>14301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39900</c:v>
                </c:pt>
                <c:pt idx="1">
                  <c:v>47100</c:v>
                </c:pt>
                <c:pt idx="2">
                  <c:v>66400</c:v>
                </c:pt>
                <c:pt idx="3">
                  <c:v>68600</c:v>
                </c:pt>
                <c:pt idx="4">
                  <c:v>61500</c:v>
                </c:pt>
                <c:pt idx="5">
                  <c:v>68500</c:v>
                </c:pt>
                <c:pt idx="6">
                  <c:v>68800</c:v>
                </c:pt>
                <c:pt idx="7">
                  <c:v>78300</c:v>
                </c:pt>
                <c:pt idx="8">
                  <c:v>63263</c:v>
                </c:pt>
                <c:pt idx="9">
                  <c:v>68244</c:v>
                </c:pt>
                <c:pt idx="10">
                  <c:v>90537</c:v>
                </c:pt>
                <c:pt idx="11">
                  <c:v>76085</c:v>
                </c:pt>
                <c:pt idx="12">
                  <c:v>78664</c:v>
                </c:pt>
                <c:pt idx="13">
                  <c:v>86993</c:v>
                </c:pt>
                <c:pt idx="14">
                  <c:v>63585</c:v>
                </c:pt>
                <c:pt idx="15">
                  <c:v>62859</c:v>
                </c:pt>
                <c:pt idx="16">
                  <c:v>61006</c:v>
                </c:pt>
                <c:pt idx="17">
                  <c:v>74029</c:v>
                </c:pt>
                <c:pt idx="18">
                  <c:v>79545</c:v>
                </c:pt>
                <c:pt idx="19">
                  <c:v>98372</c:v>
                </c:pt>
                <c:pt idx="20">
                  <c:v>77618</c:v>
                </c:pt>
                <c:pt idx="21">
                  <c:v>80400</c:v>
                </c:pt>
                <c:pt idx="22">
                  <c:v>117100</c:v>
                </c:pt>
                <c:pt idx="23">
                  <c:v>12970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October 2026 to date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October so far it cost: Grants 9¢, donations 10¢ to raise each dollar. October is still in progress (data to 6 October), so it is a part month against full months.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October so far: grants (9¢ a dollar). Dearest: donations (10¢).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$234,325 raised this financial year to date (69.0% of everything raised), $22,316 to raise it, so $212,009 left for programs: 10¢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$63,894 raised this financial year to date (18.8% of everything raised), $10,115 to raise it, so $53,779 left for programs: 16¢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$41,600 raised this financial year to date (12.2% of everything raised), $19,300 to raise it, so $22,300 left for programs: 46¢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Oct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$234,325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$212,009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$63,894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$10,115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$53,779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