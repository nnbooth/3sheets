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9</c:v>
                </c:pt>
                <c:pt idx="1">
                  <c:v>10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31800</c:v>
                </c:pt>
                <c:pt idx="1">
                  <c:v>29700</c:v>
                </c:pt>
                <c:pt idx="2">
                  <c:v>62700</c:v>
                </c:pt>
                <c:pt idx="3">
                  <c:v>61700</c:v>
                </c:pt>
                <c:pt idx="4">
                  <c:v>54500</c:v>
                </c:pt>
                <c:pt idx="5">
                  <c:v>61500</c:v>
                </c:pt>
                <c:pt idx="6">
                  <c:v>61700</c:v>
                </c:pt>
                <c:pt idx="7">
                  <c:v>52200</c:v>
                </c:pt>
                <c:pt idx="8">
                  <c:v>59063</c:v>
                </c:pt>
                <c:pt idx="9">
                  <c:v>61544</c:v>
                </c:pt>
                <c:pt idx="10">
                  <c:v>62137</c:v>
                </c:pt>
                <c:pt idx="11">
                  <c:v>69185</c:v>
                </c:pt>
                <c:pt idx="12">
                  <c:v>70164</c:v>
                </c:pt>
                <c:pt idx="13">
                  <c:v>68793</c:v>
                </c:pt>
                <c:pt idx="14">
                  <c:v>59785</c:v>
                </c:pt>
                <c:pt idx="15">
                  <c:v>55759</c:v>
                </c:pt>
                <c:pt idx="16">
                  <c:v>53806</c:v>
                </c:pt>
                <c:pt idx="17">
                  <c:v>66729</c:v>
                </c:pt>
                <c:pt idx="18">
                  <c:v>72245</c:v>
                </c:pt>
                <c:pt idx="19">
                  <c:v>70872</c:v>
                </c:pt>
                <c:pt idx="20">
                  <c:v>72618</c:v>
                </c:pt>
                <c:pt idx="21">
                  <c:v>73700</c:v>
                </c:pt>
                <c:pt idx="22">
                  <c:v>77000</c:v>
                </c:pt>
                <c:pt idx="23">
                  <c:v>11007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17700</c:v>
                </c:pt>
                <c:pt idx="1">
                  <c:v>24700</c:v>
                </c:pt>
                <c:pt idx="2">
                  <c:v>12400</c:v>
                </c:pt>
                <c:pt idx="3">
                  <c:v>15600</c:v>
                </c:pt>
                <c:pt idx="4">
                  <c:v>15700</c:v>
                </c:pt>
                <c:pt idx="5">
                  <c:v>15700</c:v>
                </c:pt>
                <c:pt idx="6">
                  <c:v>15800</c:v>
                </c:pt>
                <c:pt idx="7">
                  <c:v>38100</c:v>
                </c:pt>
                <c:pt idx="8">
                  <c:v>13500</c:v>
                </c:pt>
                <c:pt idx="9">
                  <c:v>16000</c:v>
                </c:pt>
                <c:pt idx="10">
                  <c:v>16100</c:v>
                </c:pt>
                <c:pt idx="11">
                  <c:v>16200</c:v>
                </c:pt>
                <c:pt idx="12">
                  <c:v>18700</c:v>
                </c:pt>
                <c:pt idx="13">
                  <c:v>26100</c:v>
                </c:pt>
                <c:pt idx="14">
                  <c:v>13100</c:v>
                </c:pt>
                <c:pt idx="15">
                  <c:v>16400</c:v>
                </c:pt>
                <c:pt idx="16">
                  <c:v>16500</c:v>
                </c:pt>
                <c:pt idx="17">
                  <c:v>16600</c:v>
                </c:pt>
                <c:pt idx="18">
                  <c:v>16600</c:v>
                </c:pt>
                <c:pt idx="19">
                  <c:v>40100</c:v>
                </c:pt>
                <c:pt idx="20">
                  <c:v>14300</c:v>
                </c:pt>
                <c:pt idx="21">
                  <c:v>18400</c:v>
                </c:pt>
                <c:pt idx="22">
                  <c:v>27900</c:v>
                </c:pt>
                <c:pt idx="23">
                  <c:v>3294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6200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36800</c:v>
                </c:pt>
                <c:pt idx="11">
                  <c:v>0</c:v>
                </c:pt>
                <c:pt idx="12">
                  <c:v>0</c:v>
                </c:pt>
                <c:pt idx="13">
                  <c:v>6200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41600</c:v>
                </c:pt>
                <c:pt idx="2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October 2026 to date. In short: Grants cost 9¢ to raise each dollar in October so far; donations 10¢.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October so far it cost: Grants 9¢, donations 10¢ to raise each dollar. October is still in progress (data to 6 October), so it is a part month against full months. Cheapest to raise in October so far: grants (9¢ a dollar). Dearest: donations (10¢).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$234,325 raised this financial year to date (69.0% of everything raised), $22,316 to raise it, so $212,009 left for programs: 10¢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$63,894 raised this financial year to date (18.8% of everything raised), $10,115 to raise it, so $53,779 left for programs: 16¢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$41,600 raised this financial year to date (12.2% of everything raised), $19,300 to raise it, so $22,300 left for programs: 46¢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9¢; Dearest to raise: Donations 10¢; Raised, year to date $339,819.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Oct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Grants cost 9¢ to raise each dollar in October so far; donations 10¢.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October 2026 to date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October so far it cost: Grants 9¢, donations 10¢ to raise each dollar. October is still in progress (data to 6 October), so it is a part month against full months.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October so far: grants (9¢ a dollar). Dearest: donations (10¢).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$234,325 raised this financial year to date (69.0% of everything raised), $22,316 to raise it, so $212,009 left for programs: 10¢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$63,894 raised this financial year to date (18.8% of everything raised), $10,115 to raise it, so $53,779 left for programs: 16¢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$41,600 raised this financial year to date (12.2% of everything raised), $19,300 to raise it, so $22,300 left for programs: 46¢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9¢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October so far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October so far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$339,819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Oct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$234,325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$212,009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$63,894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$10,115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$53,779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46¢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