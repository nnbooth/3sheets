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Volunteer hours by program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cat>
            <c:strRef>
              <c:f>Sheet1!$A$2:$A$7</c:f>
              <c:strCache>
                <c:ptCount val="6"/>
                <c:pt idx="0">
                  <c:v>Volunteer coordinator</c:v>
                </c:pt>
                <c:pt idx="1">
                  <c:v>Youth outreach</c:v>
                </c:pt>
                <c:pt idx="2">
                  <c:v>Housing support</c:v>
                </c:pt>
                <c:pt idx="3">
                  <c:v>Digital literacy</c:v>
                </c:pt>
                <c:pt idx="4">
                  <c:v>Community meals</c:v>
                </c:pt>
                <c:pt idx="5">
                  <c:v>Mental health first aid</c:v>
                </c:pt>
              </c:strCache>
            </c:strRef>
          </c:cat>
          <c:val>
            <c:numRef>
              <c:f>Sheet1!$B$2:$B$7</c:f>
              <c:numCache>
                <c:formatCode>#,##0;[Red](#,##0)</c:formatCode>
                <c:ptCount val="6"/>
                <c:pt idx="0">
                  <c:v>7.5</c:v>
                </c:pt>
                <c:pt idx="1">
                  <c:v>14.0</c:v>
                </c:pt>
                <c:pt idx="2">
                  <c:v>20.5</c:v>
                </c:pt>
                <c:pt idx="3">
                  <c:v>21.5</c:v>
                </c:pt>
                <c:pt idx="4">
                  <c:v>23.5</c:v>
                </c:pt>
                <c:pt idx="5">
                  <c:v>29.0</c:v>
                </c:pt>
              </c:numCache>
            </c:numRef>
          </c:val>
        </c:ser>
        <c:dLbls>
          <c:numFmt formatCode="#,##0;[Red](#,##0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3.349999999999994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Volunteer hours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Sheet1!$A$2:$A$25</c:f>
              <c:strCache>
                <c:ptCount val="24"/>
                <c:pt idx="0">
                  <c:v>Nov 24</c:v>
                </c:pt>
                <c:pt idx="1">
                  <c:v>Dec 24</c:v>
                </c:pt>
                <c:pt idx="2">
                  <c:v>Jan 25</c:v>
                </c:pt>
                <c:pt idx="3">
                  <c:v>Feb 25</c:v>
                </c:pt>
                <c:pt idx="4">
                  <c:v>Mar 25</c:v>
                </c:pt>
                <c:pt idx="5">
                  <c:v>Apr 25</c:v>
                </c:pt>
                <c:pt idx="6">
                  <c:v>May 25</c:v>
                </c:pt>
                <c:pt idx="7">
                  <c:v>Jun 25</c:v>
                </c:pt>
                <c:pt idx="8">
                  <c:v>Jul 25</c:v>
                </c:pt>
                <c:pt idx="9">
                  <c:v>Aug 25</c:v>
                </c:pt>
                <c:pt idx="10">
                  <c:v>Sep 25</c:v>
                </c:pt>
                <c:pt idx="11">
                  <c:v>Oct 25</c:v>
                </c:pt>
                <c:pt idx="12">
                  <c:v>Nov 25</c:v>
                </c:pt>
                <c:pt idx="13">
                  <c:v>Dec 25</c:v>
                </c:pt>
                <c:pt idx="14">
                  <c:v>Jan 26</c:v>
                </c:pt>
                <c:pt idx="15">
                  <c:v>Feb 26</c:v>
                </c:pt>
                <c:pt idx="16">
                  <c:v>Mar 26</c:v>
                </c:pt>
                <c:pt idx="17">
                  <c:v>Apr 26</c:v>
                </c:pt>
                <c:pt idx="18">
                  <c:v>May 26</c:v>
                </c:pt>
                <c:pt idx="19">
                  <c:v>Jun 26</c:v>
                </c:pt>
                <c:pt idx="20">
                  <c:v>Jul 26</c:v>
                </c:pt>
                <c:pt idx="21">
                  <c:v>Aug 26</c:v>
                </c:pt>
                <c:pt idx="22">
                  <c:v>Sep 26</c:v>
                </c:pt>
                <c:pt idx="23">
                  <c:v>Oct 26</c:v>
                </c:pt>
              </c:strCache>
            </c:strRef>
          </c:cat>
          <c:val>
            <c:numRef>
              <c:f>Sheet1!$B$2:$B$25</c:f>
              <c:numCache>
                <c:formatCode>#,##0;[Red](#,##0)</c:formatCode>
                <c:ptCount val="24"/>
                <c:pt idx="0">
                  <c:v>373.5</c:v>
                </c:pt>
                <c:pt idx="1">
                  <c:v>383.5</c:v>
                </c:pt>
                <c:pt idx="2">
                  <c:v>387.5</c:v>
                </c:pt>
                <c:pt idx="3">
                  <c:v>376.5</c:v>
                </c:pt>
                <c:pt idx="4">
                  <c:v>444.0</c:v>
                </c:pt>
                <c:pt idx="5">
                  <c:v>422.5</c:v>
                </c:pt>
                <c:pt idx="6">
                  <c:v>562.0</c:v>
                </c:pt>
                <c:pt idx="7">
                  <c:v>568.0</c:v>
                </c:pt>
                <c:pt idx="8">
                  <c:v>609.5</c:v>
                </c:pt>
                <c:pt idx="9">
                  <c:v>627.0</c:v>
                </c:pt>
                <c:pt idx="10">
                  <c:v>708.5</c:v>
                </c:pt>
                <c:pt idx="11">
                  <c:v>817.0</c:v>
                </c:pt>
                <c:pt idx="12">
                  <c:v>780.5</c:v>
                </c:pt>
                <c:pt idx="13">
                  <c:v>830.5</c:v>
                </c:pt>
                <c:pt idx="14">
                  <c:v>817.5</c:v>
                </c:pt>
                <c:pt idx="15">
                  <c:v>781.0</c:v>
                </c:pt>
                <c:pt idx="16">
                  <c:v>870.0</c:v>
                </c:pt>
                <c:pt idx="17">
                  <c:v>816.0</c:v>
                </c:pt>
                <c:pt idx="18">
                  <c:v>830.5</c:v>
                </c:pt>
                <c:pt idx="19">
                  <c:v>878.5</c:v>
                </c:pt>
                <c:pt idx="20">
                  <c:v>938.0</c:v>
                </c:pt>
                <c:pt idx="21">
                  <c:v>867.5</c:v>
                </c:pt>
                <c:pt idx="22">
                  <c:v>925.0</c:v>
                </c:pt>
                <c:pt idx="23">
                  <c:v>116.0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1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#,##0;[Red](#,##0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volunteer hours go into each program?. Sample Community Services Ltd. Period: October 2026 to date. In short: 116.0 h of volunteer time in October so far, from 27 volunteers; most went to Mental health first aid. Every volunteer shift: who (a code, not a name), which program, and how many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volunteer hours go into each program?. Volunteer hours, October so far: 116.0 h; Volunteers who did a shift, October so far: 27; Hours per volunteer, October so far: 4.3 h; October last year: 817.0 h. 27 volunteers gave 116.0 h in October so far, against 925.0 h in September. Mental health first aid drew the most (29.0 h, 25.0%). Volunteer coordinator had the fewest volunteer hours (7.5 h). Hours are down 85.8% on October last year.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Volunteer hours by month. Tap a month for its workings.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How many volunteer hours go into each program?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October 2026 to date. In short: 116.0 h of volunteer time in October so far, from 27 volunteers; most went to Mental health first aid. Every volunteer shift: who (a code, not a name), which program, and how many hours.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September 2026: Locked. September 2026 is locked (closed 2 Oct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volunteers.pptx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How many volunteer hours go into each program?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volunteer hours go into each program?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Volunteer hours by program, October 2026 to date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Volunteer hours, October so far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116.0 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September 925.0 h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3673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3470833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Volunteers who did a shift, October so far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0833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0833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September 59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347307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Hours per volunteer, October so far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4.3 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7307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average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86621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9223781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last year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3781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817.0 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23781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54 volunteers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Rectangle 22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27 volunteers gave 116.0 h in October so far, against 925.0 h in September. Mental health first aid drew the most (29.0 h, 25.0%).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Volunteer coordinator had the fewest volunteer hours (7.5 h). Hours are down 85.8% on October last year.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volunteers.pptx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Volunteer hours by month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volunteer hours go into each program?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Tap a month for its workings.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802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volunteers.pptx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