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Mental health first aid</c:v>
                </c:pt>
                <c:pt idx="1">
                  <c:v>Youth outreach</c:v>
                </c:pt>
                <c:pt idx="2">
                  <c:v>Community meals</c:v>
                </c:pt>
                <c:pt idx="3">
                  <c:v>Volunteer coordinator</c:v>
                </c:pt>
                <c:pt idx="4">
                  <c:v>Housing support</c:v>
                </c:pt>
                <c:pt idx="5">
                  <c:v>Digital literacy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6.0</c:v>
                </c:pt>
                <c:pt idx="1">
                  <c:v>12.0</c:v>
                </c:pt>
                <c:pt idx="2">
                  <c:v>18.0</c:v>
                </c:pt>
                <c:pt idx="3">
                  <c:v>25.0</c:v>
                </c:pt>
                <c:pt idx="4">
                  <c:v>27.5</c:v>
                </c:pt>
                <c:pt idx="5">
                  <c:v>34.0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9.09999999999999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#,##0;[Red](#,##0)</c:formatCode>
                <c:ptCount val="24"/>
                <c:pt idx="0">
                  <c:v>392.0</c:v>
                </c:pt>
                <c:pt idx="1">
                  <c:v>363.5</c:v>
                </c:pt>
                <c:pt idx="2">
                  <c:v>399.0</c:v>
                </c:pt>
                <c:pt idx="3">
                  <c:v>422.0</c:v>
                </c:pt>
                <c:pt idx="4">
                  <c:v>451.5</c:v>
                </c:pt>
                <c:pt idx="5">
                  <c:v>445.0</c:v>
                </c:pt>
                <c:pt idx="6">
                  <c:v>513.0</c:v>
                </c:pt>
                <c:pt idx="7">
                  <c:v>529.0</c:v>
                </c:pt>
                <c:pt idx="8">
                  <c:v>586.0</c:v>
                </c:pt>
                <c:pt idx="9">
                  <c:v>560.5</c:v>
                </c:pt>
                <c:pt idx="10">
                  <c:v>625.5</c:v>
                </c:pt>
                <c:pt idx="11">
                  <c:v>669.5</c:v>
                </c:pt>
                <c:pt idx="12">
                  <c:v>626.5</c:v>
                </c:pt>
                <c:pt idx="13">
                  <c:v>683.0</c:v>
                </c:pt>
                <c:pt idx="14">
                  <c:v>711.5</c:v>
                </c:pt>
                <c:pt idx="15">
                  <c:v>700.0</c:v>
                </c:pt>
                <c:pt idx="16">
                  <c:v>772.0</c:v>
                </c:pt>
                <c:pt idx="17">
                  <c:v>794.5</c:v>
                </c:pt>
                <c:pt idx="18">
                  <c:v>811.0</c:v>
                </c:pt>
                <c:pt idx="19">
                  <c:v>819.0</c:v>
                </c:pt>
                <c:pt idx="20">
                  <c:v>918.0</c:v>
                </c:pt>
                <c:pt idx="21">
                  <c:v>885.5</c:v>
                </c:pt>
                <c:pt idx="22">
                  <c:v>919.5</c:v>
                </c:pt>
                <c:pt idx="23">
                  <c:v>122.5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October 2026 to date.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October so far: 122.5 h; Volunteers who did a shift, October so far: 26; Hours per volunteer, October so far: 4.7 h; October last year: 669.5 h. 26 volunteers gave 122.5 h in October so far, against 919.5 h in September. Digital literacy drew the most (34.0 h, 27.8%). Mental health first aid had the fewest volunteer hours (6.0 h). Hours are down 81.7% on October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3136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1084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October 2026 to date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October so far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122.5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919.5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October so far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60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October so far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4.7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669.5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44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26 volunteers gave 122.5 h in October so far, against 919.5 h in September. Digital literacy drew the most (34.0 h, 27.8%).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Mental health first aid had the fewest volunteer hours (6.0 h). Hours are down 81.7% on October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