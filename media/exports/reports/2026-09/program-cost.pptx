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5201</c:v>
                </c:pt>
                <c:pt idx="1">
                  <c:v>7455</c:v>
                </c:pt>
                <c:pt idx="2">
                  <c:v>8495</c:v>
                </c:pt>
                <c:pt idx="3">
                  <c:v>18725</c:v>
                </c:pt>
                <c:pt idx="4">
                  <c:v>39530</c:v>
                </c:pt>
                <c:pt idx="5">
                  <c:v>54094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3.9</c:v>
                </c:pt>
                <c:pt idx="1">
                  <c:v>5.6</c:v>
                </c:pt>
                <c:pt idx="2">
                  <c:v>6.4</c:v>
                </c:pt>
                <c:pt idx="3">
                  <c:v>14.0</c:v>
                </c:pt>
                <c:pt idx="4">
                  <c:v>29.6</c:v>
                </c:pt>
                <c:pt idx="5">
                  <c:v>40.5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  <c:pt idx="18">
                  <c:v>66729</c:v>
                </c:pt>
                <c:pt idx="19">
                  <c:v>72245</c:v>
                </c:pt>
                <c:pt idx="20">
                  <c:v>70872</c:v>
                </c:pt>
                <c:pt idx="21">
                  <c:v>72618</c:v>
                </c:pt>
                <c:pt idx="22">
                  <c:v>73700</c:v>
                </c:pt>
                <c:pt idx="23">
                  <c:v>77000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each program really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September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August 2026: Locked. August 2026 is locked (closed 2 Sep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September 2026: Locked. September 2026 is locked (closed 2 Oct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Full cost of each program, September 2026 · $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Full cost of each program, September 2026 · % of total · Program: All programs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All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Housing support is the biggest program: $54,094 in September once its share of untied program costs and administration is added to $31,200 of grant spending. Shared costs add 73.4% on top of grant spending across all programs.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Housing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Housing support cost $54,094 in full in September: $31,200 paid by the State Housing Program grant, and $22,894 of shared costs no grant covers. It has spent 95.4% of its budget to date, with $102,300 left and 3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$54,094 a month; $22,894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Youth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Youth outreach cost $39,530 in full in September: $22,800 paid by the State Department of Families grant, and $16,730 of shared costs no grant covers. It has spent 102.1% of its budget to date, with $173,700 left and 9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$39,530 a month; $16,730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Mental health first aid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Mental health first aid cost $18,725 in full in September: $10,800 paid by the Federal health program grant, and $7,925 of shared costs no grant covers. It has spent 95.3% of its budget to date, with $62,800 left and 6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$18,725 a month; $7,925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Digital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Digital literacy cost $8,495 in full in September: $4,900 paid by the Philanthropic foundation grant, and $3,595 of shared costs no grant covers. It has spent 99.3% of its budget to date, with $30,400 left and 6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$8,495 a month; $3,595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Community meals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Community meals cost $7,455 in full in September: $4,300 paid by the Local council community grant grant, and $3,155 of shared costs no grant covers. It has spent 100.0% of its budget to date, with $36,000 left and 9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$7,455 a month; $3,155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Program: Volunteer coordinator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Volunteer coordinator cost $5,201 in full in September: $3,000 paid by the State volunteering grant grant, and $2,201 of shared costs no grant covers. It has spent 100.0% of its budget to date, with $15,000 left and 5 months to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full cost is $5,201 a month; $2,201 of it is shared cost the grant doesn't pay for. Worth asking for as much of it as the funder allows at renewal.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What does each program really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Grant spending, by month · Spend $ · Every program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Grant spending only (the program's direct cost). All programs includes grants that have finished.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program-cost.pptx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