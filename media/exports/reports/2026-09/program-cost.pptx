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5201</c:v>
                </c:pt>
                <c:pt idx="1">
                  <c:v>7455</c:v>
                </c:pt>
                <c:pt idx="2">
                  <c:v>8495</c:v>
                </c:pt>
                <c:pt idx="3">
                  <c:v>18725</c:v>
                </c:pt>
                <c:pt idx="4">
                  <c:v>39530</c:v>
                </c:pt>
                <c:pt idx="5">
                  <c:v>54094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3.9</c:v>
                </c:pt>
                <c:pt idx="1">
                  <c:v>5.6</c:v>
                </c:pt>
                <c:pt idx="2">
                  <c:v>6.4</c:v>
                </c:pt>
                <c:pt idx="3">
                  <c:v>14.0</c:v>
                </c:pt>
                <c:pt idx="4">
                  <c:v>29.6</c:v>
                </c:pt>
                <c:pt idx="5">
                  <c:v>40.5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  <c:pt idx="23">
                  <c:v>77000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September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September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$54,094 in September once its share of untied program costs and administration is added to $31,200 of grant spending. Shared costs add 73.4%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$54,094 in full in September: $31,200 paid by the State Housing Program grant, and $22,894 of shared costs no grant covers. It has spent 95.4% of its budget to date, with $102,300 left and 3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$39,530 in full in September: $22,800 paid by the State Department of Families grant, and $16,730 of shared costs no grant covers. It has spent 102.1% of its budget to date, with $173,700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$18,725 in full in September: $10,800 paid by the Federal health program grant, and $7,925 of shared costs no grant covers. It has spent 95.3% of its budget to date, with $62,800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$8,495 in full in September: $4,900 paid by the Philanthropic foundation grant, and $3,595 of shared costs no grant covers. It has spent 99.3% of its budget to date, with $30,400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cost $7,455 in full in September: $4,300 paid by the Local council community grant grant, and $3,155 of shared costs no grant covers. It has spent 100.0% of its budget to date, with $36,000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$5,201 in full in September: $3,000 paid by the State volunteering grant grant, and $2,201 of shared costs no grant covers. It has spent 100.0% of its budget to date, with $15,000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