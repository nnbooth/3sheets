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171009</c:v>
                </c:pt>
                <c:pt idx="1">
                  <c:v>179474</c:v>
                </c:pt>
                <c:pt idx="2">
                  <c:v>143156</c:v>
                </c:pt>
                <c:pt idx="3">
                  <c:v>140909</c:v>
                </c:pt>
                <c:pt idx="4">
                  <c:v>160943</c:v>
                </c:pt>
                <c:pt idx="5">
                  <c:v>135082</c:v>
                </c:pt>
                <c:pt idx="6">
                  <c:v>124705</c:v>
                </c:pt>
                <c:pt idx="7">
                  <c:v>129816</c:v>
                </c:pt>
                <c:pt idx="8">
                  <c:v>164113</c:v>
                </c:pt>
                <c:pt idx="9">
                  <c:v>186760</c:v>
                </c:pt>
                <c:pt idx="10">
                  <c:v>139164</c:v>
                </c:pt>
                <c:pt idx="11">
                  <c:v>128255</c:v>
                </c:pt>
                <c:pt idx="12">
                  <c:v>128898</c:v>
                </c:pt>
                <c:pt idx="13">
                  <c:v>174786</c:v>
                </c:pt>
                <c:pt idx="14">
                  <c:v>135079</c:v>
                </c:pt>
                <c:pt idx="15">
                  <c:v>164780</c:v>
                </c:pt>
                <c:pt idx="16">
                  <c:v>196372</c:v>
                </c:pt>
                <c:pt idx="17">
                  <c:v>191500</c:v>
                </c:pt>
                <c:pt idx="18">
                  <c:v>164987</c:v>
                </c:pt>
                <c:pt idx="19">
                  <c:v>161963</c:v>
                </c:pt>
                <c:pt idx="20">
                  <c:v>173163</c:v>
                </c:pt>
                <c:pt idx="21">
                  <c:v>193245</c:v>
                </c:pt>
                <c:pt idx="22">
                  <c:v>179007</c:v>
                </c:pt>
                <c:pt idx="23">
                  <c:v>202337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24670</c:v>
                </c:pt>
                <c:pt idx="1">
                  <c:v>24670</c:v>
                </c:pt>
                <c:pt idx="2">
                  <c:v>24670</c:v>
                </c:pt>
                <c:pt idx="3">
                  <c:v>24670</c:v>
                </c:pt>
                <c:pt idx="4">
                  <c:v>27930</c:v>
                </c:pt>
                <c:pt idx="5">
                  <c:v>27930</c:v>
                </c:pt>
                <c:pt idx="6">
                  <c:v>27930</c:v>
                </c:pt>
                <c:pt idx="7">
                  <c:v>27930</c:v>
                </c:pt>
                <c:pt idx="8">
                  <c:v>31870</c:v>
                </c:pt>
                <c:pt idx="9">
                  <c:v>33200</c:v>
                </c:pt>
                <c:pt idx="10">
                  <c:v>33200</c:v>
                </c:pt>
                <c:pt idx="11">
                  <c:v>33200</c:v>
                </c:pt>
                <c:pt idx="12">
                  <c:v>35800</c:v>
                </c:pt>
                <c:pt idx="13">
                  <c:v>35800</c:v>
                </c:pt>
                <c:pt idx="14">
                  <c:v>35800</c:v>
                </c:pt>
                <c:pt idx="15">
                  <c:v>35800</c:v>
                </c:pt>
                <c:pt idx="16">
                  <c:v>37500</c:v>
                </c:pt>
                <c:pt idx="17">
                  <c:v>37500</c:v>
                </c:pt>
                <c:pt idx="18">
                  <c:v>37500</c:v>
                </c:pt>
                <c:pt idx="19">
                  <c:v>40500</c:v>
                </c:pt>
                <c:pt idx="20">
                  <c:v>40500</c:v>
                </c:pt>
                <c:pt idx="21">
                  <c:v>40500</c:v>
                </c:pt>
                <c:pt idx="22">
                  <c:v>40500</c:v>
                </c:pt>
                <c:pt idx="23">
                  <c:v>40500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126300</c:v>
                </c:pt>
                <c:pt idx="1">
                  <c:v>131400</c:v>
                </c:pt>
                <c:pt idx="2">
                  <c:v>92600</c:v>
                </c:pt>
                <c:pt idx="3">
                  <c:v>89400</c:v>
                </c:pt>
                <c:pt idx="4">
                  <c:v>106000</c:v>
                </c:pt>
                <c:pt idx="5">
                  <c:v>86100</c:v>
                </c:pt>
                <c:pt idx="6">
                  <c:v>74900</c:v>
                </c:pt>
                <c:pt idx="7">
                  <c:v>80300</c:v>
                </c:pt>
                <c:pt idx="8">
                  <c:v>112700</c:v>
                </c:pt>
                <c:pt idx="9">
                  <c:v>135800</c:v>
                </c:pt>
                <c:pt idx="10">
                  <c:v>86200</c:v>
                </c:pt>
                <c:pt idx="11">
                  <c:v>75100</c:v>
                </c:pt>
                <c:pt idx="12">
                  <c:v>70800</c:v>
                </c:pt>
                <c:pt idx="13">
                  <c:v>113300</c:v>
                </c:pt>
                <c:pt idx="14">
                  <c:v>69700</c:v>
                </c:pt>
                <c:pt idx="15">
                  <c:v>97500</c:v>
                </c:pt>
                <c:pt idx="16">
                  <c:v>129300</c:v>
                </c:pt>
                <c:pt idx="17">
                  <c:v>129400</c:v>
                </c:pt>
                <c:pt idx="18">
                  <c:v>104400</c:v>
                </c:pt>
                <c:pt idx="19">
                  <c:v>92400</c:v>
                </c:pt>
                <c:pt idx="20">
                  <c:v>103200</c:v>
                </c:pt>
                <c:pt idx="21">
                  <c:v>127600</c:v>
                </c:pt>
                <c:pt idx="22">
                  <c:v>109600</c:v>
                </c:pt>
                <c:pt idx="23">
                  <c:v>130700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20039</c:v>
                </c:pt>
                <c:pt idx="1">
                  <c:v>23404</c:v>
                </c:pt>
                <c:pt idx="2">
                  <c:v>25886</c:v>
                </c:pt>
                <c:pt idx="3">
                  <c:v>26839</c:v>
                </c:pt>
                <c:pt idx="4">
                  <c:v>27013</c:v>
                </c:pt>
                <c:pt idx="5">
                  <c:v>21052</c:v>
                </c:pt>
                <c:pt idx="6">
                  <c:v>21875</c:v>
                </c:pt>
                <c:pt idx="7">
                  <c:v>21586</c:v>
                </c:pt>
                <c:pt idx="8">
                  <c:v>19543</c:v>
                </c:pt>
                <c:pt idx="9">
                  <c:v>17760</c:v>
                </c:pt>
                <c:pt idx="10">
                  <c:v>19764</c:v>
                </c:pt>
                <c:pt idx="11">
                  <c:v>19955</c:v>
                </c:pt>
                <c:pt idx="12">
                  <c:v>22298</c:v>
                </c:pt>
                <c:pt idx="13">
                  <c:v>25686</c:v>
                </c:pt>
                <c:pt idx="14">
                  <c:v>29579</c:v>
                </c:pt>
                <c:pt idx="15">
                  <c:v>31480</c:v>
                </c:pt>
                <c:pt idx="16">
                  <c:v>29572</c:v>
                </c:pt>
                <c:pt idx="17">
                  <c:v>24600</c:v>
                </c:pt>
                <c:pt idx="18">
                  <c:v>23087</c:v>
                </c:pt>
                <c:pt idx="19">
                  <c:v>29063</c:v>
                </c:pt>
                <c:pt idx="20">
                  <c:v>29463</c:v>
                </c:pt>
                <c:pt idx="21">
                  <c:v>25145</c:v>
                </c:pt>
                <c:pt idx="22">
                  <c:v>28907</c:v>
                </c:pt>
                <c:pt idx="23">
                  <c:v>31137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94520</c:v>
                </c:pt>
                <c:pt idx="1">
                  <c:v>108140</c:v>
                </c:pt>
                <c:pt idx="2">
                  <c:v>114895</c:v>
                </c:pt>
                <c:pt idx="3">
                  <c:v>88250</c:v>
                </c:pt>
                <c:pt idx="4">
                  <c:v>111010</c:v>
                </c:pt>
                <c:pt idx="5">
                  <c:v>77175</c:v>
                </c:pt>
                <c:pt idx="6">
                  <c:v>63970</c:v>
                </c:pt>
                <c:pt idx="7">
                  <c:v>95555</c:v>
                </c:pt>
                <c:pt idx="8">
                  <c:v>90220</c:v>
                </c:pt>
                <c:pt idx="9">
                  <c:v>86320</c:v>
                </c:pt>
                <c:pt idx="10">
                  <c:v>61475</c:v>
                </c:pt>
                <c:pt idx="11">
                  <c:v>59535</c:v>
                </c:pt>
                <c:pt idx="12">
                  <c:v>71260</c:v>
                </c:pt>
                <c:pt idx="13">
                  <c:v>83940</c:v>
                </c:pt>
                <c:pt idx="14">
                  <c:v>69420</c:v>
                </c:pt>
                <c:pt idx="15">
                  <c:v>92370</c:v>
                </c:pt>
                <c:pt idx="16">
                  <c:v>100055</c:v>
                </c:pt>
                <c:pt idx="17">
                  <c:v>109865</c:v>
                </c:pt>
                <c:pt idx="18">
                  <c:v>80590</c:v>
                </c:pt>
                <c:pt idx="19">
                  <c:v>77090</c:v>
                </c:pt>
                <c:pt idx="20">
                  <c:v>115550</c:v>
                </c:pt>
                <c:pt idx="21">
                  <c:v>120755</c:v>
                </c:pt>
                <c:pt idx="22">
                  <c:v>114640</c:v>
                </c:pt>
                <c:pt idx="23">
                  <c:v>131850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70720</c:v>
                </c:pt>
                <c:pt idx="1">
                  <c:v>88540</c:v>
                </c:pt>
                <c:pt idx="2">
                  <c:v>94695</c:v>
                </c:pt>
                <c:pt idx="3">
                  <c:v>66850</c:v>
                </c:pt>
                <c:pt idx="4">
                  <c:v>84410</c:v>
                </c:pt>
                <c:pt idx="5">
                  <c:v>48975</c:v>
                </c:pt>
                <c:pt idx="6">
                  <c:v>37570</c:v>
                </c:pt>
                <c:pt idx="7">
                  <c:v>59755</c:v>
                </c:pt>
                <c:pt idx="8">
                  <c:v>64520</c:v>
                </c:pt>
                <c:pt idx="9">
                  <c:v>64820</c:v>
                </c:pt>
                <c:pt idx="10">
                  <c:v>38775</c:v>
                </c:pt>
                <c:pt idx="11">
                  <c:v>38035</c:v>
                </c:pt>
                <c:pt idx="12">
                  <c:v>45860</c:v>
                </c:pt>
                <c:pt idx="13">
                  <c:v>46840</c:v>
                </c:pt>
                <c:pt idx="14">
                  <c:v>29520</c:v>
                </c:pt>
                <c:pt idx="15">
                  <c:v>60170</c:v>
                </c:pt>
                <c:pt idx="16">
                  <c:v>62955</c:v>
                </c:pt>
                <c:pt idx="17">
                  <c:v>75165</c:v>
                </c:pt>
                <c:pt idx="18">
                  <c:v>47090</c:v>
                </c:pt>
                <c:pt idx="19">
                  <c:v>43590</c:v>
                </c:pt>
                <c:pt idx="20">
                  <c:v>76650</c:v>
                </c:pt>
                <c:pt idx="21">
                  <c:v>79455</c:v>
                </c:pt>
                <c:pt idx="22">
                  <c:v>75740</c:v>
                </c:pt>
                <c:pt idx="23">
                  <c:v>85950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15000</c:v>
                </c:pt>
                <c:pt idx="1">
                  <c:v>15000</c:v>
                </c:pt>
                <c:pt idx="2">
                  <c:v>15000</c:v>
                </c:pt>
                <c:pt idx="3">
                  <c:v>15000</c:v>
                </c:pt>
                <c:pt idx="4">
                  <c:v>15000</c:v>
                </c:pt>
                <c:pt idx="5">
                  <c:v>21800</c:v>
                </c:pt>
                <c:pt idx="6">
                  <c:v>21800</c:v>
                </c:pt>
                <c:pt idx="7">
                  <c:v>21800</c:v>
                </c:pt>
                <c:pt idx="8">
                  <c:v>21800</c:v>
                </c:pt>
                <c:pt idx="9">
                  <c:v>16300</c:v>
                </c:pt>
                <c:pt idx="10">
                  <c:v>16300</c:v>
                </c:pt>
                <c:pt idx="11">
                  <c:v>16300</c:v>
                </c:pt>
                <c:pt idx="12">
                  <c:v>16300</c:v>
                </c:pt>
                <c:pt idx="13">
                  <c:v>28300</c:v>
                </c:pt>
                <c:pt idx="14">
                  <c:v>28300</c:v>
                </c:pt>
                <c:pt idx="15">
                  <c:v>28300</c:v>
                </c:pt>
                <c:pt idx="16">
                  <c:v>28300</c:v>
                </c:pt>
                <c:pt idx="17">
                  <c:v>28300</c:v>
                </c:pt>
                <c:pt idx="18">
                  <c:v>28300</c:v>
                </c:pt>
                <c:pt idx="19">
                  <c:v>28300</c:v>
                </c:pt>
                <c:pt idx="20">
                  <c:v>32500</c:v>
                </c:pt>
                <c:pt idx="21">
                  <c:v>32500</c:v>
                </c:pt>
                <c:pt idx="22">
                  <c:v>32500</c:v>
                </c:pt>
                <c:pt idx="23">
                  <c:v>32500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8800</c:v>
                </c:pt>
                <c:pt idx="1">
                  <c:v>4600</c:v>
                </c:pt>
                <c:pt idx="2">
                  <c:v>5200</c:v>
                </c:pt>
                <c:pt idx="3">
                  <c:v>6400</c:v>
                </c:pt>
                <c:pt idx="4">
                  <c:v>11600</c:v>
                </c:pt>
                <c:pt idx="5">
                  <c:v>6400</c:v>
                </c:pt>
                <c:pt idx="6">
                  <c:v>4600</c:v>
                </c:pt>
                <c:pt idx="7">
                  <c:v>14000</c:v>
                </c:pt>
                <c:pt idx="8">
                  <c:v>3900</c:v>
                </c:pt>
                <c:pt idx="9">
                  <c:v>5200</c:v>
                </c:pt>
                <c:pt idx="10">
                  <c:v>6400</c:v>
                </c:pt>
                <c:pt idx="11">
                  <c:v>5200</c:v>
                </c:pt>
                <c:pt idx="12">
                  <c:v>9100</c:v>
                </c:pt>
                <c:pt idx="13">
                  <c:v>8800</c:v>
                </c:pt>
                <c:pt idx="14">
                  <c:v>11600</c:v>
                </c:pt>
                <c:pt idx="15">
                  <c:v>3900</c:v>
                </c:pt>
                <c:pt idx="16">
                  <c:v>8800</c:v>
                </c:pt>
                <c:pt idx="17">
                  <c:v>6400</c:v>
                </c:pt>
                <c:pt idx="18">
                  <c:v>5200</c:v>
                </c:pt>
                <c:pt idx="19">
                  <c:v>5200</c:v>
                </c:pt>
                <c:pt idx="20">
                  <c:v>6400</c:v>
                </c:pt>
                <c:pt idx="21">
                  <c:v>8800</c:v>
                </c:pt>
                <c:pt idx="22">
                  <c:v>6400</c:v>
                </c:pt>
                <c:pt idx="23">
                  <c:v>13400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SME sample businesses. Period: September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September against September last year: 57.8%; Year to date against the same period last year: 26.5%; Gross margin, year to date: 37.9%. Revenue is 26.5% up on the same period last year, year to date ($574,589 against $454,179). Maintenance contracts make the highest gross margin (59.5%); Installations the lowest (29.4%). The business needs 31.1% gross margin just to cover overheads. Installations: 29.4% gross margin, 5.6 points under the 35.0% target: about $20,473 on $367,900 of revenue this financial year to date. It's below the 31.1% needed to cover overheads, too. Maintenance contracts: 59.5% gross margin, 24.5 points over the 35.0% target ($29,823 ahead on $121,500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September against September last year: 22.0%; Year to date against the same period last year: 22.0%; Gross margin, year to date: 59.5%. Maintenance contracts brought in $121,500 this financial year to date, 22.0% on the same period last year (slower than the business as a whole, 26.5%), at a 59.5% gross margin (above the 37.9% overall). Maintenance contracts: 59.5% gross margin, 24.5 points over the 35.0% target ($29,823 ahead on $121,500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September against September last year: 74.0%; Year to date against the same period last year: 23.8%; Gross margin, year to date: 29.4%. Installations brought in $367,900 this financial year to date, 23.8% on the same period last year (slower than the business as a whole, 26.5%), at a 29.4% gross margin (below the 37.9% overall). Installations: 29.4% gross margin, 5.6 points under the 35.0% target: about $20,473 on $367,900 of revenue this financial year to date. It's below the 31.1%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September against September last year: 56.0%; Year to date against the same period last year: 48.2%; Gross margin, year to date: 43.7%. Call-outs and repairs brought in $85,189 this financial year to date, 48.2% on the same period last year (faster than the business as a whole, 26.5%), at a 43.7% gross margin (above the 37.9% overall). Call-outs and repairs: 43.7% gross margin, 8.7 points over the 35.0% target ($7,409 ahead on $85,189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Sep 2026) against the same period last year · Trades. From gross margin to profit: September's jobs made $73,107 gross margin (36.1%). Technician time not charged to jobs took $3,430 and overheads $59,580, leaving $10,097 profit before tax (5.0% of revenue). To cover overheads, jobs need a 31.1%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September against September last year: 121.5%; Year to date against the same period last year: 77.1%; Gross margin, year to date: 57.0%. Revenue is 77.1% up on the same period last year, year to date ($367,245 against $207,330). Retainers make the highest gross margin (59.8%); Projects the lowest (55.8%). The business needs 40.0% gross margin just to cover overheads. Projects: 55.8% gross margin, 15.8 points over the 40.0% target ($38,127 ahead on $241,145 this financial year to date). Retainers: 59.8% gross margin, 19.8 points over the 40.0% target ($19,320 ahead on $97,500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September against September last year: 126.0%; Year to date against the same period last year: 70.3%; Gross margin, year to date: 55.8%. Projects brought in $241,145 this financial year to date, 70.3% on the same period last year (slower than the business as a whole, 77.1%), at a 55.8% gross margin (below the 57.0% overall). Projects: 55.8% gross margin, 15.8 points over the 40.0% target ($38,127 ahead on $241,145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September against September last year: 99.4%; Year to date against the same period last year: 99.4%; Gross margin, year to date: 59.8%. Retainers brought in $97,500 this financial year to date, 99.4% on the same period last year (faster than the business as a whole, 77.1%), at a 59.8% gross margin (above the 57.0% overall). Retainers: 59.8% gross margin, 19.8 points over the 40.0% target ($19,320 ahead on $97,500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September against September last year: 157.7%; Year to date against the same period last year: 70.2%; Gross margin, year to date: 58.0%. Training brought in $28,600 this financial year to date, 70.2% on the same period last year (slower than the business as a whole, 77.1%), at a 58.0% gross margin (above the 57.0% overall). Training: 58.0% gross margin, 18.0 points over the 40.0% target ($5,160 ahead on $28,600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Sep 2026) against the same period last year · Services. From gross margin to profit: September's client work made $68,410 gross margin (51.9%). Consultant time not charged to client work took $660 and overheads $52,140, leaving $15,610 profit before tax (11.8% of revenue). To cover overheads, client work needs a 40.0%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SME sample businesses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against September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57.8%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$202,337 against $128,255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26.5%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$574,589 against $454,179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37.9%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$217,865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4815840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26.5% up on the same period last year, year to date ($574,589 against $454,179). Maintenance contracts make the highest gross margin (59.5%); Installations the lowest (29.4%). The business needs 31.1%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4815840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29.4% gross margin, 5.6 points under the 35.0% target: about $20,473 on $367,900 of revenue this financial year to date. It's below the 31.1% needed to cover overheads, too. Maintenance contracts: 59.5% gross margin, 24.5 points over the 35.0% target ($29,823 ahead on $121,500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against September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22.0%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$40,500 against $33,200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22.0%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$121,500 against $99,600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$72,348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$121,500 this financial year to date, 22.0% on the same period last year (slower than the business as a whole, 26.5%), at a 59.5% gross margin (above the 37.9%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59.5% gross margin, 24.5 points over the 35.0% target ($29,823 ahead on $121,500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against September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74.0%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$130,700 against $75,100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23.8%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$367,900 against $297,100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29.4%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$108,292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$367,900 this financial year to date, 23.8% on the same period last year (slower than the business as a whole, 26.5%), at a 29.4% gross margin (below the 37.9%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29.4% gross margin, 5.6 points under the 35.0% target: about $20,473 on $367,900 of revenue this financial year to date. It's below the 31.1% needed to cover overheads, too.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against September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56.0%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$31,137 against $19,955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$85,189 against $57,479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$37,225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$85,189 this financial year to date, 48.2% on the same period last year (faster than the business as a whole, 26.5%), at a 43.7% gross margin (above the 37.9%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43.7% gross margin, 8.7 points over the 35.0% target ($7,409 ahead on $85,189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Sep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From gross margin to profit: September's jobs made $73,107 gross margin (36.1%). Technician time not charged to jobs took $3,430 and overheads $59,580, leaving $10,097 profit before tax (5.0% of revenue). To cover overheads, jobs need a 31.1%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129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$99,600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$72,348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$367,900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$297,100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23.8%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$108,292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29.4%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$85,189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$57,479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$37,225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$574,589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$454,179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26.5%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$217,865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37.9%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against September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121.5%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$131,850 against $59,535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77.1%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$367,245 against $207,330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57.0%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$209,505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77.1% up on the same period last year, year to date ($367,245 against $207,330). Retainers make the highest gross margin (59.8%); Projects the lowest (55.8%). The business needs 40.0%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55.8% gross margin, 15.8 points over the 40.0% target ($38,127 ahead on $241,145 this financial year to date). Retainers: 59.8% gross margin, 19.8 points over the 40.0% target ($19,320 ahead on $97,500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against September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126.0%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$85,950 against $38,035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70.3%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$241,145 against $141,630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55.8%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$134,585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$241,145 this financial year to date, 70.3% on the same period last year (slower than the business as a whole, 77.1%), at a 55.8% gross margin (below the 57.0%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55.8% gross margin, 15.8 points over the 40.0% target ($38,127 ahead on $241,145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against September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99.4%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$32,500 against $16,300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99.4%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$97,500 against $48,900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$58,320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$97,500 this financial year to date, 99.4% on the same period last year (faster than the business as a whole, 77.1%), at a 59.8% gross margin (above the 57.0%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59.8% gross margin, 19.8 points over the 40.0% target ($19,320 ahead on $97,500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against September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157.7%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$13,400 against $5,200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70.2%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$28,600 against $16,800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58.0%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$16,600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$28,600 this financial year to date, 70.2% on the same period last year (slower than the business as a whole, 77.1%), at a 58.0% gross margin (above the 57.0%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58.0% gross margin, 18.0 points over the 40.0% target ($5,160 ahead on $28,600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Sep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From gross margin to profit: September's client work made $68,410 gross margin (51.9%). Consultant time not charged to client work took $660 and overheads $52,140, leaving $15,610 profit before tax (11.8% of revenue). To cover overheads, client work needs a 40.0%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129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$241,145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$141,630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$134,585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$97,500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$48,900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99.4%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$58,320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58.0%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$367,245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$207,330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77.1%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$209,505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57.0%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