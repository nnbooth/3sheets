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  <c:pt idx="23">
                  <c:v>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  <c:pt idx="21">
                  <c:v>32</c:v>
                </c:pt>
                <c:pt idx="22">
                  <c:v>41</c:v>
                </c:pt>
                <c:pt idx="23">
                  <c:v>47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$205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32 new customers from $8,600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(23.1%) on the same period last year ($265)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47 new customers came from $7,600 of marketing in September, against 41 from $8,400 in August: $162 each, down from $205.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