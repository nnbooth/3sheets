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  <c:pt idx="19">
                  <c:v>77090</c:v>
                </c:pt>
                <c:pt idx="20">
                  <c:v>115550</c:v>
                </c:pt>
                <c:pt idx="21">
                  <c:v>120755</c:v>
                </c:pt>
                <c:pt idx="22">
                  <c:v>114640</c:v>
                </c:pt>
                <c:pt idx="23">
                  <c:v>131850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  <c:pt idx="19">
                  <c:v>43590</c:v>
                </c:pt>
                <c:pt idx="20">
                  <c:v>76650</c:v>
                </c:pt>
                <c:pt idx="21">
                  <c:v>79455</c:v>
                </c:pt>
                <c:pt idx="22">
                  <c:v>75740</c:v>
                </c:pt>
                <c:pt idx="23">
                  <c:v>85950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28300</c:v>
                </c:pt>
                <c:pt idx="20">
                  <c:v>32500</c:v>
                </c:pt>
                <c:pt idx="21">
                  <c:v>32500</c:v>
                </c:pt>
                <c:pt idx="22">
                  <c:v>32500</c:v>
                </c:pt>
                <c:pt idx="23">
                  <c:v>32500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  <c:pt idx="19">
                  <c:v>5200</c:v>
                </c:pt>
                <c:pt idx="20">
                  <c:v>6400</c:v>
                </c:pt>
                <c:pt idx="21">
                  <c:v>8800</c:v>
                </c:pt>
                <c:pt idx="22">
                  <c:v>6400</c:v>
                </c:pt>
                <c:pt idx="23">
                  <c:v>13400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September against September last year: 121.5%; Year to date against the same period last year: 77.1%; Gross margin, year to date: 57.0%. Revenue is 77.1% up on the same period last year, year to date ($367,245 against $207,330). Retainers make the highest gross margin (59.8%); Projects the lowest (55.8%). The business needs 40.0% gross margin just to cover overheads. Projects: 55.8% gross margin, 15.8 points over the 40.0% target ($38,127 ahead on $241,145 this financial year to date). Retainers: 59.8% gross margin, 19.8 points over the 40.0% target ($19,320 ahead on $97,500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September against September last year: 126.0%; Year to date against the same period last year: 70.3%; Gross margin, year to date: 55.8%. Projects brought in $241,145 this financial year to date, 70.3% on the same period last year (slower than the business as a whole, 77.1%), at a 55.8% gross margin (below the 57.0% overall). Projects: 55.8% gross margin, 15.8 points over the 40.0% target ($38,127 ahead on $241,145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September against September last year: 99.4%; Year to date against the same period last year: 99.4%; Gross margin, year to date: 59.8%. Retainers brought in $97,500 this financial year to date, 99.4% on the same period last year (faster than the business as a whole, 77.1%), at a 59.8% gross margin (above the 57.0% overall). Retainers: 59.8% gross margin, 19.8 points over the 40.0% target ($19,320 ahead on $97,500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September against September last year: 157.7%; Year to date against the same period last year: 70.2%; Gross margin, year to date: 58.0%. Training brought in $28,600 this financial year to date, 70.2% on the same period last year (slower than the business as a whole, 77.1%), at a 58.0% gross margin (above the 57.0% overall). Training: 58.0% gross margin, 18.0 points over the 40.0% target ($5,160 ahead on $28,600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Sep 2026) against the same period last year · Services. From gross margin to profit: September's client work made $68,410 gross margin (51.9%). Consultant time not charged to client work took $660 and overheads $52,140, leaving $15,610 profit before tax (11.8% of revenue). To cover overheads, client work needs a 40.0%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$131,850 against $59,535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$367,245 against $207,330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$209,505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77.1% up on the same period last year, year to date ($367,245 against $207,330). Retainers make the highest gross margin (59.8%); Projects the lowest (55.8%). The business needs 40.0%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55.8% gross margin, 15.8 points over the 40.0% target ($38,127 ahead on $241,145 this financial year to date). Retainers: 59.8% gross margin, 19.8 points over the 40.0% target ($19,320 ahead on $97,500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$85,950 against $38,035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$241,145 against $141,630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$134,585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$241,145 this financial year to date, 70.3% on the same period last year (slower than the business as a whole, 77.1%), at a 55.8% gross margin (below the 57.0%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55.8% gross margin, 15.8 points over the 40.0% target ($38,127 ahead on $241,145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$32,500 against $16,300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$97,500 against $48,900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$58,320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$97,500 this financial year to date, 99.4% on the same period last year (faster than the business as a whole, 77.1%), at a 59.8% gross margin (above the 57.0%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59.8% gross margin, 19.8 points over the 40.0% target ($19,320 ahead on $97,500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$13,400 against $5,200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$28,600 against $16,800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$16,600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$28,600 this financial year to date, 70.2% on the same period last year (slower than the business as a whole, 77.1%), at a 58.0% gross margin (above the 57.0%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58.0% gross margin, 18.0 points over the 40.0% target ($5,160 ahead on $28,600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Sep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September's client work made $68,410 gross margin (51.9%). Consultant time not charged to client work took $660 and overheads $52,140, leaving $15,610 profit before tax (11.8% of revenue). To cover overheads, client work needs a 40.0%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$241,145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$141,630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$134,585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$97,500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$58,320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$367,245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$207,330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77.1%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$209,505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57.0%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