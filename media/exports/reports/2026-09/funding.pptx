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Grants</c:v>
                </c:pt>
                <c:pt idx="1">
                  <c:v>Donations</c:v>
                </c:pt>
                <c:pt idx="2">
                  <c:v>Fundraising events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9</c:v>
                </c:pt>
                <c:pt idx="1">
                  <c:v>19</c:v>
                </c:pt>
                <c:pt idx="2">
                  <c:v>41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  <c:pt idx="16">
                  <c:v>72159</c:v>
                </c:pt>
                <c:pt idx="17">
                  <c:v>70306</c:v>
                </c:pt>
                <c:pt idx="18">
                  <c:v>83329</c:v>
                </c:pt>
                <c:pt idx="19">
                  <c:v>88845</c:v>
                </c:pt>
                <c:pt idx="20">
                  <c:v>110972</c:v>
                </c:pt>
                <c:pt idx="21">
                  <c:v>86918</c:v>
                </c:pt>
                <c:pt idx="22">
                  <c:v>92100</c:v>
                </c:pt>
                <c:pt idx="23">
                  <c:v>146500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  <c:pt idx="16">
                  <c:v>62859</c:v>
                </c:pt>
                <c:pt idx="17">
                  <c:v>61006</c:v>
                </c:pt>
                <c:pt idx="18">
                  <c:v>74029</c:v>
                </c:pt>
                <c:pt idx="19">
                  <c:v>79545</c:v>
                </c:pt>
                <c:pt idx="20">
                  <c:v>98372</c:v>
                </c:pt>
                <c:pt idx="21">
                  <c:v>77618</c:v>
                </c:pt>
                <c:pt idx="22">
                  <c:v>80400</c:v>
                </c:pt>
                <c:pt idx="23">
                  <c:v>117100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September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September it cost: Grants 9¢, donations 19¢ and fundraising events 41¢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September: grants (9¢ a dollar). Dearest: fundraising events (41¢).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$223,318 raised this financial year to date (68.6% of everything raised), $21,300 to raise it, so $202,018 left for programs: 10¢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$60,600 raised this financial year to date (18.6% of everything raised), $9,800 to raise it, so $50,800 left for programs: 16¢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$41,600 raised this financial year to date (12.8% of everything raised), $19,300 to raise it, so $22,300 left for programs: 46¢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Every source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9¢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per $1 raised in September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Dearest to raise: Fundraising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per $1 raised in September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$325,518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 to 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Sep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$223,318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$202,018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$60,600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$50,800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46¢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