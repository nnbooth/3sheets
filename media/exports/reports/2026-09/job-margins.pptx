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34.8</c:v>
                </c:pt>
                <c:pt idx="1">
                  <c:v>48.3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22.7</c:v>
                </c:pt>
                <c:pt idx="1">
                  <c:v>34.8</c:v>
                </c:pt>
                <c:pt idx="2">
                  <c:v>40.4</c:v>
                </c:pt>
                <c:pt idx="3">
                  <c:v>43.3</c:v>
                </c:pt>
                <c:pt idx="4">
                  <c:v>45.9</c:v>
                </c:pt>
                <c:pt idx="5">
                  <c:v>51.2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87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(13)</c:v>
                </c:pt>
                <c:pt idx="2">
                  <c:v>2-hour call-outs (17)</c:v>
                </c:pt>
                <c:pt idx="3">
                  <c:v>2.5-hour call-outs (8)</c:v>
                </c:pt>
                <c:pt idx="4">
                  <c:v>3-hour call-outs (11)</c:v>
                </c:pt>
                <c:pt idx="5">
                  <c:v>4-hour call-outs (9)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41.2</c:v>
                </c:pt>
                <c:pt idx="1">
                  <c:v>45.5</c:v>
                </c:pt>
                <c:pt idx="2">
                  <c:v>46.3</c:v>
                </c:pt>
                <c:pt idx="3">
                  <c:v>49.5</c:v>
                </c:pt>
                <c:pt idx="4">
                  <c:v>50.3</c:v>
                </c:pt>
                <c:pt idx="5">
                  <c:v>51.8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5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  <c:pt idx="21">
                  <c:v>43.4</c:v>
                </c:pt>
                <c:pt idx="22">
                  <c:v>47.2</c:v>
                </c:pt>
                <c:pt idx="23">
                  <c:v>42.7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September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September · All jobs: 42.7%; Job gross margin, August · All jobs: 47.2%; Gross margin jobs need to break even: 39.0%. In September maintenance contracts made a 63.9% job gross margin, installations made a 34.8% job gross margin, call-outs and repairs made a 48.3% job gross margin (technician time at $68 an hour, wages and all on-costs). Jobs need 39.0% just to cover overheads. Installations: 34.8% gross margin, 0.2 points under the 35.0% target: about $273 on $146,300 of revenue in September. It's below the 39.0% needed to cover overheads, too. Maintenance contracts: 63.9% gross margin, 28.9 points over the 35.0% target ($13,094 ahead on $45,350 in September).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September · Maintenance contracts: 63.9%; Job gross margin, August · Maintenance contracts: 63.9%; Gross margin jobs need to break even: 39.0%.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September). All maintenance contracts: 63.9% gross margin, 28.9 points over the 35.0% target ($13,094 ahead on $45,350 in September).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September 2026. The month's fee less materials and technician time at $68/hour. Target 35.0% is what to price for; break-even 39.0%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September · Installations: 34.8%; Job gross margin, August · Installations: 40.8%; Gross margin jobs need to break even: 39.0%. 2 of the 6 installation jobs invoiced in September made less than the 35.0% job gross margin target. The Wacol warehouse switchboard made a 22.7% job gross margin: 150.0 h of technician time ($10,200) and $7,400 of subcontractors on a $52,400 job. Jobs need 39.0% gross margin just to cover overheads. 2 installations under the 35.0% target, worth about $6,513 between them on $83,100 of revenue. The biggest gap, Wacol warehouse switchboard: 22.7% gross margin, 12.3 points under the 35.0% target: about $6,440 on $52,400 of revenue in September. It's below the 39.0%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September · Call-outs and repairs: 48.3%; Job gross margin, August · Call-outs and repairs: 48.2%; Gross margin jobs need to break even: 39.0%; Technician time charged, September: $24,216; Materials charged, September: $9,594. 64 call-outs in September billed $24,216 of technician time and $9,594 of materials ($7,380 at cost plus 30%), and made a 48.3% job gross margin between them. Gross margins run from 41.2% to 51.8% by length: the hourly rate covers technician time comfortably, so the gross margin mostly moves with how much material goes on the van. All call-outs: 48.3% gross margin, 13.3 points over the 35.0% target ($4,499 ahead on $33,810 in September).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September's jobs made $96,230 gross margin (42.7%). Technician time not charged to jobs took $28,417 and overheads $59,580, leaving $8,233 profit before tax (3.7% of revenue). To cover overheads, jobs need a 39.0%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$96,230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$28,417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$67,813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September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174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1446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September maintenance contracts made a 63.9% job gross margin, installations made a 34.8% job gross margin, call-outs and repairs made a 48.3% job gross margin (technician time at $68 an hour, wages and all on-costs). Jobs need 39.0%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34.8% gross margin, 0.2 points under the 35.0% target: about $273 on $146,300 of revenue in September. It's below the 39.0% needed to cover overheads, too. Maintenance contracts: 63.9% gross margin, 28.9 points over the 35.0% target ($13,094 ahead on $45,350 in September).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September). All maintenance contracts: 63.9% gross margin, 28.9 points over the 35.0% target ($13,094 ahead on $45,350 in September).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39.0%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91136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3856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72845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63117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2800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75520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of the 6 installation jobs invoiced in September made less than the 35.0% job gross margin target. The Wacol warehouse switchboard made a 22.7% job gross margin: 150.0 h of technician time ($10,200) and $7,400 of subcontractors on a $52,400 job. Jobs need 39.0%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installations under the 35.0% target, worth about $6,513 between them on $83,100 of revenue. The biggest gap, Wacol warehouse switchboard: 22.7% gross margin, 12.3 points under the 35.0% target: about $6,440 on $52,400 of revenue in September. It's below the 39.0%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September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August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(September)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September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$24,216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September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$9,594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$7,380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8341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613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122618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025338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64 call-outs in September billed $24,216 of technician time and $9,594 of materials ($7,380 at cost plus 30%), and made a 48.3% job gross margin between them. Gross margins run from 41.2% to 51.8%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48.3% gross margin, 13.3 points over the 35.0% target ($4,499 ahead on $33,810 in September).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