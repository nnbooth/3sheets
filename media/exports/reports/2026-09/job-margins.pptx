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27.0</c:v>
                </c:pt>
                <c:pt idx="1">
                  <c:v>43.9</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35332</c:v>
                </c:pt>
                <c:pt idx="1">
                  <c:v>13659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Wacol warehouse switchboard</c:v>
                </c:pt>
                <c:pt idx="1">
                  <c:v>Carindale solar and battery</c:v>
                </c:pt>
                <c:pt idx="2">
                  <c:v>West End cafe air-con</c:v>
                </c:pt>
                <c:pt idx="3">
                  <c:v>Chermside clinic cabling</c:v>
                </c:pt>
                <c:pt idx="4">
                  <c:v>Milton office LED lighting</c:v>
                </c:pt>
                <c:pt idx="5">
                  <c:v>Bulimba EV chargers</c:v>
                </c:pt>
              </c:strCache>
            </c:strRef>
          </c:cat>
          <c:val>
            <c:numRef>
              <c:f>Sheet1!$B$2:$B$7</c:f>
              <c:numCache>
                <c:formatCode>0.0"%";[Red](0.0"%")</c:formatCode>
                <c:ptCount val="6"/>
                <c:pt idx="0">
                  <c:v>13.5</c:v>
                </c:pt>
                <c:pt idx="1">
                  <c:v>26.9</c:v>
                </c:pt>
                <c:pt idx="2">
                  <c:v>33.5</c:v>
                </c:pt>
                <c:pt idx="3">
                  <c:v>36.6</c:v>
                </c:pt>
                <c:pt idx="4">
                  <c:v>39.5</c:v>
                </c:pt>
                <c:pt idx="5">
                  <c:v>45.2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Wacol warehouse switchboard</c:v>
                </c:pt>
                <c:pt idx="1">
                  <c:v>Carindale solar and battery</c:v>
                </c:pt>
                <c:pt idx="2">
                  <c:v>West End cafe air-con</c:v>
                </c:pt>
                <c:pt idx="3">
                  <c:v>Chermside clinic cabling</c:v>
                </c:pt>
                <c:pt idx="4">
                  <c:v>Milton office LED lighting</c:v>
                </c:pt>
                <c:pt idx="5">
                  <c:v>Bulimba EV chargers</c:v>
                </c:pt>
              </c:strCache>
            </c:strRef>
          </c:cat>
          <c:val>
            <c:numRef>
              <c:f>Sheet1!$B$2:$B$7</c:f>
              <c:numCache>
                <c:formatCode>$#,##0;[Red]($#,##0);"-"</c:formatCode>
                <c:ptCount val="6"/>
                <c:pt idx="0">
                  <c:v>6300</c:v>
                </c:pt>
                <c:pt idx="1">
                  <c:v>7372</c:v>
                </c:pt>
                <c:pt idx="2">
                  <c:v>4316</c:v>
                </c:pt>
                <c:pt idx="3">
                  <c:v>5564</c:v>
                </c:pt>
                <c:pt idx="4">
                  <c:v>7348</c:v>
                </c:pt>
                <c:pt idx="5">
                  <c:v>4432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(13)</c:v>
                </c:pt>
                <c:pt idx="2">
                  <c:v>2-hour call-outs (17)</c:v>
                </c:pt>
                <c:pt idx="3">
                  <c:v>2.5-hour call-outs (8)</c:v>
                </c:pt>
                <c:pt idx="4">
                  <c:v>3-hour call-outs (11)</c:v>
                </c:pt>
                <c:pt idx="5">
                  <c:v>4-hour call-outs (9)</c:v>
                </c:pt>
              </c:strCache>
            </c:strRef>
          </c:cat>
          <c:val>
            <c:numRef>
              <c:f>Sheet1!$B$2:$B$7</c:f>
              <c:numCache>
                <c:formatCode>0.0"%";[Red](0.0"%")</c:formatCode>
                <c:ptCount val="6"/>
                <c:pt idx="0">
                  <c:v>37.6</c:v>
                </c:pt>
                <c:pt idx="1">
                  <c:v>41.4</c:v>
                </c:pt>
                <c:pt idx="2">
                  <c:v>42.1</c:v>
                </c:pt>
                <c:pt idx="3">
                  <c:v>44.9</c:v>
                </c:pt>
                <c:pt idx="4">
                  <c:v>45.7</c:v>
                </c:pt>
                <c:pt idx="5">
                  <c:v>47.1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(13)</c:v>
                </c:pt>
                <c:pt idx="2">
                  <c:v>2-hour call-outs (17)</c:v>
                </c:pt>
                <c:pt idx="3">
                  <c:v>2.5-hour call-outs (8)</c:v>
                </c:pt>
                <c:pt idx="4">
                  <c:v>3-hour call-outs (11)</c:v>
                </c:pt>
                <c:pt idx="5">
                  <c:v>4-hour call-outs (9)</c:v>
                </c:pt>
              </c:strCache>
            </c:strRef>
          </c:cat>
          <c:val>
            <c:numRef>
              <c:f>Sheet1!$B$2:$B$7</c:f>
              <c:numCache>
                <c:formatCode>$#,##0;[Red]($#,##0);"-"</c:formatCode>
                <c:ptCount val="6"/>
                <c:pt idx="0">
                  <c:v>675</c:v>
                </c:pt>
                <c:pt idx="1">
                  <c:v>1931</c:v>
                </c:pt>
                <c:pt idx="2">
                  <c:v>3278</c:v>
                </c:pt>
                <c:pt idx="3">
                  <c:v>1796</c:v>
                </c:pt>
                <c:pt idx="4">
                  <c:v>2904</c:v>
                </c:pt>
                <c:pt idx="5">
                  <c:v>3075</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0.0"%";[Red](0.0"%")</c:formatCode>
                <c:ptCount val="24"/>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pt idx="23">
                  <c:v>36.1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$#,##0;[Red]($#,##0);"-"</c:formatCode>
                <c:ptCount val="24"/>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pt idx="21">
                  <c:v>71121</c:v>
                </c:pt>
                <c:pt idx="22">
                  <c:v>73637</c:v>
                </c:pt>
                <c:pt idx="23">
                  <c:v>73107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September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September's jobs made $73,107 gross margin (36.1%). Technician time not charged to jobs took $3,430 and overheads $59,580, leaving $10,097 profit before tax (5.0% of revenue). To cover overheads, jobs need a 31.1%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September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$73,107</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$51,170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$3,430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$69,677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$59,580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$10,097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$202,337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36.1%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5.0%</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31.1%</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36.1%</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August 41.1%</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September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September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September maintenance contracts made a 59.5% job gross margin, installations made a 27.0% job gross margin, call-outs and repairs made a 43.9% job gross margin (technician time at $68 an hour, wages and all on-costs). Jobs need 31.1%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27.0%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August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September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September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27.1 points clear of the 31.1%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27.0%</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August 33.6%</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September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September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3 of the 6 installation jobs invoiced in September made less than the 35.0% job gross margin target. The Wacol warehouse switchboard made a 13.5% job gross margin: 150.0 h of technician time ($10,200) and $7,400 of subcontractors on a $46,800 job. Jobs need 31.1%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31.1% overheads need: Carindale solar and battery (26.9%), Wacol warehouse switchboard (13.5%). Most profitable: Bulimba EV chargers (45.2%).</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43.9%</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August 43.7%</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September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$21,543</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69.2%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September</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$9,594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$7,380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September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September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64 call-outs in September billed $21,543 of technician time and $9,594 of materials ($7,380 at cost plus 30%), and made a 43.9% job gross margin between them. Gross margins run from 37.6% to 47.1%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43.9% gross margin, 12.7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