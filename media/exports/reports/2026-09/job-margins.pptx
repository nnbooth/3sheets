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34.8</c:v>
                </c:pt>
                <c:pt idx="1">
                  <c:v>48.3</c:v>
                </c:pt>
                <c:pt idx="2">
                  <c:v>63.9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48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dPt>
            <c:idx val="12"/>
            <c:spPr>
              <a:solidFill>
                <a:srgbClr val="0E9F6E"/>
              </a:solidFill>
            </c:spPr>
          </c:dPt>
          <c:dPt>
            <c:idx val="13"/>
            <c:spPr>
              <a:solidFill>
                <a:srgbClr val="0E9F6E"/>
              </a:solidFill>
            </c:spPr>
          </c:dPt>
          <c:cat>
            <c:strRef>
              <c:f>Sheet1!$A$2:$A$15</c:f>
              <c:strCache>
                <c:ptCount val="14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Wacol logistics depot</c:v>
                </c:pt>
                <c:pt idx="4">
                  <c:v>Milton office tower</c:v>
                </c:pt>
                <c:pt idx="5">
                  <c:v>Bulimba school</c:v>
                </c:pt>
                <c:pt idx="6">
                  <c:v>Chermside retail centre</c:v>
                </c:pt>
                <c:pt idx="7">
                  <c:v>Southbank cafe group</c:v>
                </c:pt>
                <c:pt idx="8">
                  <c:v>Fortitude Valley hotel</c:v>
                </c:pt>
                <c:pt idx="9">
                  <c:v>Riverside Apartments (strata)</c:v>
                </c:pt>
                <c:pt idx="10">
                  <c:v>Newstead gym</c:v>
                </c:pt>
                <c:pt idx="11">
                  <c:v>Ashgrove aged care</c:v>
                </c:pt>
                <c:pt idx="12">
                  <c:v>Wynnum medical centre</c:v>
                </c:pt>
                <c:pt idx="13">
                  <c:v>Carindale vet clinic</c:v>
                </c:pt>
              </c:strCache>
            </c:strRef>
          </c:cat>
          <c:val>
            <c:numRef>
              <c:f>Sheet1!$B$2:$B$15</c:f>
              <c:numCache>
                <c:formatCode>0.0"%";[Red](0.0"%")</c:formatCode>
                <c:ptCount val="14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63.4</c:v>
                </c:pt>
                <c:pt idx="5">
                  <c:v>63.6</c:v>
                </c:pt>
                <c:pt idx="6">
                  <c:v>63.8</c:v>
                </c:pt>
                <c:pt idx="7">
                  <c:v>64.0</c:v>
                </c:pt>
                <c:pt idx="8">
                  <c:v>64.2</c:v>
                </c:pt>
                <c:pt idx="9">
                  <c:v>64.3</c:v>
                </c:pt>
                <c:pt idx="10">
                  <c:v>64.3</c:v>
                </c:pt>
                <c:pt idx="11">
                  <c:v>64.4</c:v>
                </c:pt>
                <c:pt idx="12">
                  <c:v>65.1</c:v>
                </c:pt>
                <c:pt idx="13">
                  <c:v>66.2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6.1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Wacol warehouse switchboard</c:v>
                </c:pt>
                <c:pt idx="1">
                  <c:v>Carindale solar and battery</c:v>
                </c:pt>
                <c:pt idx="2">
                  <c:v>West End cafe air-con</c:v>
                </c:pt>
                <c:pt idx="3">
                  <c:v>Chermside clinic cabling</c:v>
                </c:pt>
                <c:pt idx="4">
                  <c:v>Milton office LED lighting</c:v>
                </c:pt>
                <c:pt idx="5">
                  <c:v>Bulimba EV chargers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22.7</c:v>
                </c:pt>
                <c:pt idx="1">
                  <c:v>34.8</c:v>
                </c:pt>
                <c:pt idx="2">
                  <c:v>40.4</c:v>
                </c:pt>
                <c:pt idx="3">
                  <c:v>43.3</c:v>
                </c:pt>
                <c:pt idx="4">
                  <c:v>45.9</c:v>
                </c:pt>
                <c:pt idx="5">
                  <c:v>51.2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8.8799999999999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(6)</c:v>
                </c:pt>
                <c:pt idx="1">
                  <c:v>1.5-hour call-outs (13)</c:v>
                </c:pt>
                <c:pt idx="2">
                  <c:v>2-hour call-outs (17)</c:v>
                </c:pt>
                <c:pt idx="3">
                  <c:v>2.5-hour call-outs (8)</c:v>
                </c:pt>
                <c:pt idx="4">
                  <c:v>3-hour call-outs (11)</c:v>
                </c:pt>
                <c:pt idx="5">
                  <c:v>4-hour call-outs (9)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41.2</c:v>
                </c:pt>
                <c:pt idx="1">
                  <c:v>45.5</c:v>
                </c:pt>
                <c:pt idx="2">
                  <c:v>46.3</c:v>
                </c:pt>
                <c:pt idx="3">
                  <c:v>49.5</c:v>
                </c:pt>
                <c:pt idx="4">
                  <c:v>50.3</c:v>
                </c:pt>
                <c:pt idx="5">
                  <c:v>51.8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9.56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0.0"%";[Red](0.0"%")</c:formatCode>
                <c:ptCount val="24"/>
                <c:pt idx="0">
                  <c:v>40.1</c:v>
                </c:pt>
                <c:pt idx="1">
                  <c:v>43.5</c:v>
                </c:pt>
                <c:pt idx="2">
                  <c:v>46.5</c:v>
                </c:pt>
                <c:pt idx="3">
                  <c:v>48.5</c:v>
                </c:pt>
                <c:pt idx="4">
                  <c:v>42.9</c:v>
                </c:pt>
                <c:pt idx="5">
                  <c:v>43.0</c:v>
                </c:pt>
                <c:pt idx="6">
                  <c:v>44.7</c:v>
                </c:pt>
                <c:pt idx="7">
                  <c:v>42.1</c:v>
                </c:pt>
                <c:pt idx="8">
                  <c:v>46.8</c:v>
                </c:pt>
                <c:pt idx="9">
                  <c:v>42.3</c:v>
                </c:pt>
                <c:pt idx="10">
                  <c:v>49.5</c:v>
                </c:pt>
                <c:pt idx="11">
                  <c:v>44.0</c:v>
                </c:pt>
                <c:pt idx="12">
                  <c:v>44.7</c:v>
                </c:pt>
                <c:pt idx="13">
                  <c:v>40.5</c:v>
                </c:pt>
                <c:pt idx="14">
                  <c:v>43.7</c:v>
                </c:pt>
                <c:pt idx="15">
                  <c:v>41.9</c:v>
                </c:pt>
                <c:pt idx="16">
                  <c:v>44.9</c:v>
                </c:pt>
                <c:pt idx="17">
                  <c:v>42.2</c:v>
                </c:pt>
                <c:pt idx="18">
                  <c:v>47.7</c:v>
                </c:pt>
                <c:pt idx="19">
                  <c:v>45.2</c:v>
                </c:pt>
                <c:pt idx="20">
                  <c:v>44.8</c:v>
                </c:pt>
                <c:pt idx="21">
                  <c:v>43.4</c:v>
                </c:pt>
                <c:pt idx="22">
                  <c:v>47.2</c:v>
                </c:pt>
                <c:pt idx="23">
                  <c:v>42.7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September 2026. In short: Jobs made a 42.7% gross margin in September: maintenance contracts the most (63.9%), installations the least (34.8%).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September's jobs made $96,230 gross margin (42.7%). Technician time not charged to jobs took $28,417 and overheads $59,580, leaving $8,233 profit before tax (3.7% of revenue). To cover overheads, jobs need a 39.0%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September · All jobs: 42.7%; Job gross margin, August · All jobs: 47.2%; Gross margin jobs need to break even: 39.0%. In September maintenance contracts made a 63.9% job gross margin, installations made a 34.8% job gross margin, call-outs and repairs made a 48.3% job gross margin (technician time at $68 an hour, wages and all on-costs). Jobs need 39.0% just to cover overheads. Installations: 34.8% gross margin, 0.2 points under the 35.0% target: about $273 on $146,300 of revenue in September. It's below the 39.0% needed to cover overheads, too. Maintenance contracts: 63.9% gross margin, 28.9 points over the 35.0% target ($13,094 ahead on $45,350 in September).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September · Maintenance contracts: 63.9%; Job gross margin, August · Maintenance contracts: 63.9%; Gross margin jobs need to break even: 39.0%. All 14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September). All maintenance contracts: 63.9% gross margin, 28.9 points over the 35.0% target ($13,094 ahead on $45,350 in September).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September 2026. The month's fee less materials and technician time at $68/hour. Target 35.0% is what to price for; break-even 39.0%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September · Installations: 34.8%; Job gross margin, August · Installations: 40.8%; Gross margin jobs need to break even: 39.0%. 2 of the 6 installation jobs invoiced in September made less than the 35.0% job gross margin target. The Wacol warehouse switchboard made a 22.7% job gross margin: 150.0 h of technician time ($10,200) and $7,400 of subcontractors on a $52,400 job. Jobs need 39.0% gross margin just to cover overheads. 2 installations under the 35.0% target, worth about $6,513 between them on $83,100 of revenue. The biggest gap, Wacol warehouse switchboard: 22.7% gross margin, 12.3 points under the 35.0% target: about $6,440 on $52,400 of revenue in September. It's below the 39.0%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September · Call-outs and repairs: 48.3%; Job gross margin, August · Call-outs and repairs: 48.2%; Gross margin jobs need to break even: 39.0%; Technician time charged, September: $24,216; Materials charged, September: $9,594. 64 call-outs in September billed $24,216 of technician time and $9,594 of materials ($7,380 at cost plus 30%), and made a 48.3% job gross margin between them. Gross margins run from 41.2% to 51.8% by length: the hourly rate covers technician time comfortably, so the gross margin mostly moves with how much material goes on the van. All call-outs: 48.3% gross margin, 13.3 points over the 35.0% target ($4,499 ahead on $33,810 in September).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In short: Jobs made a 42.7% gross margin in September: maintenance contracts the most (63.9%), installations the least (34.8%).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September's jobs made $96,230 gross margin (42.7%). Technician time not charged to jobs took $28,417 and overheads $59,580, leaving $8,233 profit before tax (3.7% of revenue). To cover overheads, jobs need a 39.0%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$96,230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$79,587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$51,170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$28,417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$67,813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$59,580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$8,233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$225,460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3.7%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39.0%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September 2026.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42.7%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August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(September)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55705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58425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11742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214462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3639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September maintenance contracts made a 63.9% job gross margin, installations made a 34.8% job gross margin, call-outs and repairs made a 48.3% job gross margin (technician time at $68 an hour, wages and all on-costs). Jobs need 39.0%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3639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34.8% gross margin, 0.2 points under the 35.0% target: about $273 on $146,300 of revenue in September. It's below the 39.0% needed to cover overheads, too. Maintenance contracts: 63.9% gross margin, 28.9 points over the 35.0% target ($13,094 ahead on $45,350 in September).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August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(September)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14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September). All maintenance contracts: 63.9% gross margin, 28.9 points over the 35.0% target ($13,094 ahead on $45,350 in September).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39.0%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47469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750189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91136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093856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September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34.8%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August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40.8%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(September)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7728450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631170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172800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075520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 of the 6 installation jobs invoiced in September made less than the 35.0% job gross margin target. The Wacol warehouse switchboard made a 22.7% job gross margin: 150.0 h of technician time ($10,200) and $7,400 of subcontractors on a $52,400 job. Jobs need 39.0%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 installations under the 35.0% target, worth about $6,513 between them on $83,100 of revenue. The biggest gap, Wacol warehouse switchboard: 22.7% gross margin, 12.3 points under the 35.0% target: about $6,440 on $52,400 of revenue in September. It's below the 39.0% needed to cover overheads, too.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September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August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(September)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September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$24,216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71.6%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September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$9,594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$7,380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683414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6134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122618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025338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64 call-outs in September billed $24,216 of technician time and $9,594 of materials ($7,380 at cost plus 30%), and made a 48.3% job gross margin between them. Gross margins run from 41.2% to 51.8%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48.3% gross margin, 13.3 points over the 35.0% target ($4,499 ahead on $33,810 in September).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