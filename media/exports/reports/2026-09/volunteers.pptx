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Community meals</c:v>
                </c:pt>
                <c:pt idx="1">
                  <c:v>Mental health first aid</c:v>
                </c:pt>
                <c:pt idx="2">
                  <c:v>Housing support</c:v>
                </c:pt>
                <c:pt idx="3">
                  <c:v>Digital literacy</c:v>
                </c:pt>
                <c:pt idx="4">
                  <c:v>Volunteer coordinator</c:v>
                </c:pt>
                <c:pt idx="5">
                  <c:v>Youth outreach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114.5</c:v>
                </c:pt>
                <c:pt idx="1">
                  <c:v>123.5</c:v>
                </c:pt>
                <c:pt idx="2">
                  <c:v>159.0</c:v>
                </c:pt>
                <c:pt idx="3">
                  <c:v>170.0</c:v>
                </c:pt>
                <c:pt idx="4">
                  <c:v>171.0</c:v>
                </c:pt>
                <c:pt idx="5">
                  <c:v>181.5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8.7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#,##0;[Red](#,##0)</c:formatCode>
                <c:ptCount val="24"/>
                <c:pt idx="0">
                  <c:v>317.5</c:v>
                </c:pt>
                <c:pt idx="1">
                  <c:v>392.0</c:v>
                </c:pt>
                <c:pt idx="2">
                  <c:v>363.5</c:v>
                </c:pt>
                <c:pt idx="3">
                  <c:v>399.0</c:v>
                </c:pt>
                <c:pt idx="4">
                  <c:v>422.0</c:v>
                </c:pt>
                <c:pt idx="5">
                  <c:v>451.5</c:v>
                </c:pt>
                <c:pt idx="6">
                  <c:v>445.0</c:v>
                </c:pt>
                <c:pt idx="7">
                  <c:v>513.0</c:v>
                </c:pt>
                <c:pt idx="8">
                  <c:v>529.0</c:v>
                </c:pt>
                <c:pt idx="9">
                  <c:v>586.0</c:v>
                </c:pt>
                <c:pt idx="10">
                  <c:v>560.5</c:v>
                </c:pt>
                <c:pt idx="11">
                  <c:v>625.5</c:v>
                </c:pt>
                <c:pt idx="12">
                  <c:v>669.5</c:v>
                </c:pt>
                <c:pt idx="13">
                  <c:v>626.5</c:v>
                </c:pt>
                <c:pt idx="14">
                  <c:v>683.0</c:v>
                </c:pt>
                <c:pt idx="15">
                  <c:v>711.5</c:v>
                </c:pt>
                <c:pt idx="16">
                  <c:v>700.0</c:v>
                </c:pt>
                <c:pt idx="17">
                  <c:v>772.0</c:v>
                </c:pt>
                <c:pt idx="18">
                  <c:v>794.5</c:v>
                </c:pt>
                <c:pt idx="19">
                  <c:v>811.0</c:v>
                </c:pt>
                <c:pt idx="20">
                  <c:v>819.0</c:v>
                </c:pt>
                <c:pt idx="21">
                  <c:v>918.0</c:v>
                </c:pt>
                <c:pt idx="22">
                  <c:v>885.5</c:v>
                </c:pt>
                <c:pt idx="23">
                  <c:v>919.5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September 2026.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September: 919.5 h; Volunteers who did a shift, September: 60; Hours per volunteer, September: 15.3 h; September last year: 625.5 h. 60 volunteers gave 919.5 h in September, against 885.5 h in August. Youth outreach drew the most (181.5 h, 19.7%). Community meals had the fewest volunteer hours (114.5 h). Hours are up 47.0% on September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3136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084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September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September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919.5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885.5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September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September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15.3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625.5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43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60 volunteers gave 919.5 h in September, against 885.5 h in August. Youth outreach drew the most (181.5 h, 19.7%).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had the fewest volunteer hours (114.5 h). Hours are up 47.0% on September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6:29pm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