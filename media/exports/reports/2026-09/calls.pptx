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86</c:v>
                </c:pt>
                <c:pt idx="1">
                  <c:v>164</c:v>
                </c:pt>
                <c:pt idx="2">
                  <c:v>131</c:v>
                </c:pt>
                <c:pt idx="3">
                  <c:v>93</c:v>
                </c:pt>
                <c:pt idx="4">
                  <c:v>119</c:v>
                </c:pt>
                <c:pt idx="5">
                  <c:v>104</c:v>
                </c:pt>
                <c:pt idx="6">
                  <c:v>120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8.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  <c:pt idx="15">
                  <c:v>726</c:v>
                </c:pt>
                <c:pt idx="16">
                  <c:v>678</c:v>
                </c:pt>
                <c:pt idx="17">
                  <c:v>865</c:v>
                </c:pt>
                <c:pt idx="18">
                  <c:v>731</c:v>
                </c:pt>
                <c:pt idx="19">
                  <c:v>757</c:v>
                </c:pt>
                <c:pt idx="20">
                  <c:v>951</c:v>
                </c:pt>
                <c:pt idx="21">
                  <c:v>953</c:v>
                </c:pt>
                <c:pt idx="22">
                  <c:v>942</c:v>
                </c:pt>
                <c:pt idx="23">
                  <c:v>817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September 2026. In short: 817 calls in September: 79.5% answered while staffed (target 90.0%); 50.6%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September: 817; Answered while staffed, September: 79.5%; Calls outside staffed hours, September: 50.6%; Median wait when answered, September: 82 sec. 817 calls for help came in during September. While the line was staffed, 79.5% were answered (target 90.0%); 50.6% of all calls came outside staffed hours and went to voicemail. The busiest time was 5 to 8pm (164 calls). 164 calls came between 5 and 8pm, when no-one is on the line. 83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817 calls in September: 79.5% answered while staffed (target 90.0%); 50.6%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942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79.5%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September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50.6%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413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September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82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321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817 calls for help came in during September. While the line was staffed, 79.5% were answered (target 90.0%); 50.6% of all calls came outside staffed hours and went to voicemail. The busiest time was 5 to 8pm (164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164 calls came between 5 and 8pm, when no-one is on the line. 83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