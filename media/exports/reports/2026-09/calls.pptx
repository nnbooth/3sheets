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Calls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dPt>
            <c:idx val="6"/>
            <c:spPr>
              <a:solidFill>
                <a:srgbClr val="0E9F6E"/>
              </a:solidFill>
            </c:spPr>
          </c:dPt>
          <c:cat>
            <c:strRef>
              <c:f>Sheet1!$A$2:$A$8</c:f>
              <c:strCache>
                <c:ptCount val="7"/>
                <c:pt idx="0">
                  <c:v>After 8pm</c:v>
                </c:pt>
                <c:pt idx="1">
                  <c:v>5 to 8pm</c:v>
                </c:pt>
                <c:pt idx="2">
                  <c:v>2 to 5pm</c:v>
                </c:pt>
                <c:pt idx="3">
                  <c:v>Noon to 2pm</c:v>
                </c:pt>
                <c:pt idx="4">
                  <c:v>10am to noon</c:v>
                </c:pt>
                <c:pt idx="5">
                  <c:v>8:30 to 10am</c:v>
                </c:pt>
                <c:pt idx="6">
                  <c:v>Before 8:30am</c:v>
                </c:pt>
              </c:strCache>
            </c:strRef>
          </c:cat>
          <c:val>
            <c:numRef>
              <c:f>Sheet1!$B$2:$B$8</c:f>
              <c:numCache>
                <c:formatCode>#,##0;[Red](#,##0)</c:formatCode>
                <c:ptCount val="7"/>
                <c:pt idx="0">
                  <c:v>80</c:v>
                </c:pt>
                <c:pt idx="1">
                  <c:v>162</c:v>
                </c:pt>
                <c:pt idx="2">
                  <c:v>123</c:v>
                </c:pt>
                <c:pt idx="3">
                  <c:v>93</c:v>
                </c:pt>
                <c:pt idx="4">
                  <c:v>123</c:v>
                </c:pt>
                <c:pt idx="5">
                  <c:v>95</c:v>
                </c:pt>
                <c:pt idx="6">
                  <c:v>133</c:v>
                </c:pt>
              </c:numCache>
            </c:numRef>
          </c:val>
        </c:ser>
        <c:dLbls>
          <c:numFmt formatCode="#,##0;[Red](#,##0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86.29999999999998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Calls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Sheet1!$A$2:$A$25</c:f>
              <c:strCache>
                <c:ptCount val="24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  <c:pt idx="22">
                  <c:v>Aug 26</c:v>
                </c:pt>
                <c:pt idx="23">
                  <c:v>Sep 26</c:v>
                </c:pt>
              </c:strCache>
            </c:strRef>
          </c:cat>
          <c:val>
            <c:numRef>
              <c:f>Sheet1!$B$2:$B$25</c:f>
              <c:numCache>
                <c:formatCode>#,##0;[Red](#,##0)</c:formatCode>
                <c:ptCount val="24"/>
                <c:pt idx="0">
                  <c:v>659</c:v>
                </c:pt>
                <c:pt idx="1">
                  <c:v>655</c:v>
                </c:pt>
                <c:pt idx="2">
                  <c:v>685</c:v>
                </c:pt>
                <c:pt idx="3">
                  <c:v>714</c:v>
                </c:pt>
                <c:pt idx="4">
                  <c:v>683</c:v>
                </c:pt>
                <c:pt idx="5">
                  <c:v>725</c:v>
                </c:pt>
                <c:pt idx="6">
                  <c:v>620</c:v>
                </c:pt>
                <c:pt idx="7">
                  <c:v>754</c:v>
                </c:pt>
                <c:pt idx="8">
                  <c:v>783</c:v>
                </c:pt>
                <c:pt idx="9">
                  <c:v>871</c:v>
                </c:pt>
                <c:pt idx="10">
                  <c:v>852</c:v>
                </c:pt>
                <c:pt idx="11">
                  <c:v>781</c:v>
                </c:pt>
                <c:pt idx="12">
                  <c:v>792</c:v>
                </c:pt>
                <c:pt idx="13">
                  <c:v>675</c:v>
                </c:pt>
                <c:pt idx="14">
                  <c:v>725</c:v>
                </c:pt>
                <c:pt idx="15">
                  <c:v>756</c:v>
                </c:pt>
                <c:pt idx="16">
                  <c:v>763</c:v>
                </c:pt>
                <c:pt idx="17">
                  <c:v>774</c:v>
                </c:pt>
                <c:pt idx="18">
                  <c:v>751</c:v>
                </c:pt>
                <c:pt idx="19">
                  <c:v>781</c:v>
                </c:pt>
                <c:pt idx="20">
                  <c:v>974</c:v>
                </c:pt>
                <c:pt idx="21">
                  <c:v>941</c:v>
                </c:pt>
                <c:pt idx="22">
                  <c:v>966</c:v>
                </c:pt>
                <c:pt idx="23">
                  <c:v>809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12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#,##0;[Red](#,##0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do calls for help come in, and are we there to answer?. Sample Community Services Ltd. Period: September 2026. Every call to the help line: when it came in, whether someone answered, and how long the caller waited. The line is staffed 8:30am to 5pm on working days.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do calls for help come in, and are we there to answer?. Calls for help, September: 809; Answered while staffed, September: 83.3%; Calls outside staffed hours, September: 52.7%; Median wait when answered, September: 76 sec. 809 calls for help came in during September. While the line was staffed, 83.3% were answered (target 90.0%); 52.7% of all calls came outside staffed hours and went to voicemail. The busiest time was 5 to 8pm (162 calls). 162 calls came between 5 and 8pm, when no-one is on the line. 64 callers hung up waiting while the line was staffed.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Calls for help by month. Tap a month for its workings.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When do calls for help come in, and are we there to answer?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September 2026. Every call to the help line: when it came in, whether someone answered, and how long the caller waited. The line is staffed 8:30am to 5pm on working days.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August 2026: Locked. August 2026 is locked (closed 2 Sep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September 2026: Locked. September 2026 is locked (closed 2 Oct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6:42pm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When do calls for help come in, and are we there to answer?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When do calls for help come in, and are we there to answer?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When the calls come in, September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Calls for help, September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809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August 966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3673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3470833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Answered while staffed, September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0833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83.3%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0833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90.0%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347307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Calls outside staffed hours, September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52.7%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7307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426 calls to voicemail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86621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9223781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Median wait when answered, September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3781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76 sec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23781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319 answered calls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457200" y="2604516"/>
          <a:ext cx="11277295" cy="2318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" name="Rectangle 22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809 calls for help came in during September. While the line was staffed, 83.3% were answered (target 90.0%); 52.7% of all calls came outside staffed hours and went to voicemail. The busiest time was 5 to 8pm (162 calls).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162 calls came between 5 and 8pm, when no-one is on the line. 64 callers hung up waiting while the line was staffed.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calls.pptx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6:42pm · Sample data · Made with Python (python-pptx)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Calls for help by month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When do calls for help come in, and are we there to answer?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Tap a month for its workings.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802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6:42pm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