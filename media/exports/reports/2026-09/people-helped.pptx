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7D8790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Housing support</c:v>
                </c:pt>
                <c:pt idx="1">
                  <c:v>Community meals</c:v>
                </c:pt>
                <c:pt idx="2">
                  <c:v>Digital literacy</c:v>
                </c:pt>
                <c:pt idx="3">
                  <c:v>Youth outreach</c:v>
                </c:pt>
                <c:pt idx="4">
                  <c:v>Mental health first aid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79.5</c:v>
                </c:pt>
                <c:pt idx="1">
                  <c:v>84.1</c:v>
                </c:pt>
                <c:pt idx="2">
                  <c:v>86.7</c:v>
                </c:pt>
                <c:pt idx="3">
                  <c:v>87.9</c:v>
                </c:pt>
                <c:pt idx="4">
                  <c:v>92.8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6.71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#,##0;[Red](#,##0)</c:formatCode>
                <c:ptCount val="24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  <c:pt idx="15">
                  <c:v>427</c:v>
                </c:pt>
                <c:pt idx="16">
                  <c:v>396</c:v>
                </c:pt>
                <c:pt idx="17">
                  <c:v>412</c:v>
                </c:pt>
                <c:pt idx="18">
                  <c:v>491</c:v>
                </c:pt>
                <c:pt idx="19">
                  <c:v>487</c:v>
                </c:pt>
                <c:pt idx="20">
                  <c:v>490</c:v>
                </c:pt>
                <c:pt idx="21">
                  <c:v>497</c:v>
                </c:pt>
                <c:pt idx="22">
                  <c:v>522</c:v>
                </c:pt>
                <c:pt idx="23">
                  <c:v>548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Sample Community Services Ltd. Period: September 2026.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People helped, September: 548; Couldn't reach, September: 94; Share reached, September: 85.4%. 548 people were helped in September, and 94 came to a program but couldn't be helped: 85.4% reached (target 90.0%), against 82.3% in August. Housing support reached the smallest share: 79.5% (26 couldn't be helped). The main reason: program at capacity (50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September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September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522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September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112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September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85.4%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5770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356456" y="2620868"/>
            <a:ext cx="0" cy="2267834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59176" y="488870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0680"/>
            <a:ext cx="5501487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548 people were helped in September, and 94 came to a program but couldn't be helped: 85.4% reached (target 90.0%), against 82.3% in August.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440680"/>
            <a:ext cx="5501487" cy="914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reached the smallest share: 79.5% (26 couldn't be helped). The main reason: program at capacity (50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