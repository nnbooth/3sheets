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0.0"%";[Red](0.0"%")</c:formatCode>
                <c:ptCount val="24"/>
                <c:pt idx="0">
                  <c:v>1.6</c:v>
                </c:pt>
                <c:pt idx="1">
                  <c:v>2.7</c:v>
                </c:pt>
                <c:pt idx="2">
                  <c:v>2.2</c:v>
                </c:pt>
                <c:pt idx="3">
                  <c:v>3.0</c:v>
                </c:pt>
                <c:pt idx="4">
                  <c:v>4.6</c:v>
                </c:pt>
                <c:pt idx="5">
                  <c:v>4.4</c:v>
                </c:pt>
                <c:pt idx="6">
                  <c:v>3.6</c:v>
                </c:pt>
                <c:pt idx="7">
                  <c:v>3.7</c:v>
                </c:pt>
                <c:pt idx="8">
                  <c:v>2.8</c:v>
                </c:pt>
                <c:pt idx="9">
                  <c:v>3.3</c:v>
                </c:pt>
                <c:pt idx="10">
                  <c:v>3.3</c:v>
                </c:pt>
                <c:pt idx="11">
                  <c:v>3.7</c:v>
                </c:pt>
                <c:pt idx="12">
                  <c:v>3.9</c:v>
                </c:pt>
                <c:pt idx="13">
                  <c:v>3.8</c:v>
                </c:pt>
                <c:pt idx="14">
                  <c:v>7.7</c:v>
                </c:pt>
                <c:pt idx="15">
                  <c:v>3.1</c:v>
                </c:pt>
                <c:pt idx="16">
                  <c:v>4.2</c:v>
                </c:pt>
                <c:pt idx="17">
                  <c:v>4.2</c:v>
                </c:pt>
                <c:pt idx="18">
                  <c:v>5.9</c:v>
                </c:pt>
                <c:pt idx="19">
                  <c:v>6.7</c:v>
                </c:pt>
                <c:pt idx="20">
                  <c:v>7.2</c:v>
                </c:pt>
                <c:pt idx="21">
                  <c:v>4.9</c:v>
                </c:pt>
                <c:pt idx="22">
                  <c:v>5.6</c:v>
                </c:pt>
                <c:pt idx="23">
                  <c:v>5.8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Paperwork and quotes</c:v>
                </c:pt>
                <c:pt idx="1">
                  <c:v>Short-staffed</c:v>
                </c:pt>
                <c:pt idx="2">
                  <c:v>Installation ran over</c:v>
                </c:pt>
                <c:pt idx="3">
                  <c:v>After-hours call-out</c:v>
                </c:pt>
              </c:strCache>
            </c:strRef>
          </c:cat>
          <c:val>
            <c:numRef>
              <c:f>Sheet1!$B$2:$B$5</c:f>
              <c:numCache>
                <c:formatCode>#,##0;[Red](#,##0)</c:formatCode>
                <c:ptCount val="4"/>
                <c:pt idx="0">
                  <c:v>2.5</c:v>
                </c:pt>
                <c:pt idx="1">
                  <c:v>7.0</c:v>
                </c:pt>
                <c:pt idx="2">
                  <c:v>22.0</c:v>
                </c:pt>
                <c:pt idx="3">
                  <c:v>33.0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7.94999999999999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Technician T1</c:v>
                </c:pt>
                <c:pt idx="1">
                  <c:v>Technician T2</c:v>
                </c:pt>
                <c:pt idx="2">
                  <c:v>Technician T7</c:v>
                </c:pt>
                <c:pt idx="3">
                  <c:v>Technician T6</c:v>
                </c:pt>
                <c:pt idx="4">
                  <c:v>Technician T3</c:v>
                </c:pt>
                <c:pt idx="5">
                  <c:v>Technician T5</c:v>
                </c:pt>
                <c:pt idx="6">
                  <c:v>Technician T4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3.5</c:v>
                </c:pt>
                <c:pt idx="1">
                  <c:v>4.0</c:v>
                </c:pt>
                <c:pt idx="2">
                  <c:v>6.5</c:v>
                </c:pt>
                <c:pt idx="3">
                  <c:v>7.5</c:v>
                </c:pt>
                <c:pt idx="4">
                  <c:v>11.5</c:v>
                </c:pt>
                <c:pt idx="5">
                  <c:v>14.5</c:v>
                </c:pt>
                <c:pt idx="6">
                  <c:v>17.0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.549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September 2026. In short: Overtime was 5.8% of ordinary hours in September (target under 5.0%), up from 3.7% a year earlier.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September: 5.8%; Overtime hours, September: 64.5 h; September last year: 3.7%. Technicians worked 64.5 h of overtime in September, 5.8% of ordinary hours (target under 5.0%), against 5.6% in August. Over the last year it has gone from 3.7% to 5.8%. After-hours call-out is the main reason: 33.0 h, 51.2% of the overtime. Technician T4 carried the most (17.0 h). Above target by 9.0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September 2026.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September 2026.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In short: Overtime was 5.8% of ordinary hours in September (target under 5.0%), up from 3.7% a year earlier.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September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5.8%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September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64.5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58.5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35.5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64.5 h of overtime in September, 5.8% of ordinary hours (target under 5.0%), against 5.6% in August. Over the last year it has gone from 3.7% to 5.8%.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After-hours call-out is the main reason: 33.0 h, 51.2% of the overtime. Technician T4 carried the most (17.0 h). Above target by 9.0 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