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0.0"%";[Red](0.0"%")</c:formatCode>
                <c:ptCount val="24"/>
                <c:pt idx="0">
                  <c:v>1.5</c:v>
                </c:pt>
                <c:pt idx="1">
                  <c:v>1.3</c:v>
                </c:pt>
                <c:pt idx="2">
                  <c:v>1.9</c:v>
                </c:pt>
                <c:pt idx="3">
                  <c:v>2.3</c:v>
                </c:pt>
                <c:pt idx="4">
                  <c:v>2.8</c:v>
                </c:pt>
                <c:pt idx="5">
                  <c:v>2.4</c:v>
                </c:pt>
                <c:pt idx="6">
                  <c:v>3.6</c:v>
                </c:pt>
                <c:pt idx="7">
                  <c:v>2.6</c:v>
                </c:pt>
                <c:pt idx="8">
                  <c:v>2.8</c:v>
                </c:pt>
                <c:pt idx="9">
                  <c:v>2.4</c:v>
                </c:pt>
                <c:pt idx="10">
                  <c:v>4.6</c:v>
                </c:pt>
                <c:pt idx="11">
                  <c:v>3.0</c:v>
                </c:pt>
                <c:pt idx="12">
                  <c:v>4.0</c:v>
                </c:pt>
                <c:pt idx="13">
                  <c:v>3.9</c:v>
                </c:pt>
                <c:pt idx="14">
                  <c:v>3.5</c:v>
                </c:pt>
                <c:pt idx="15">
                  <c:v>3.8</c:v>
                </c:pt>
                <c:pt idx="16">
                  <c:v>5.8</c:v>
                </c:pt>
                <c:pt idx="17">
                  <c:v>5.6</c:v>
                </c:pt>
                <c:pt idx="18">
                  <c:v>5.8</c:v>
                </c:pt>
                <c:pt idx="19">
                  <c:v>6.5</c:v>
                </c:pt>
                <c:pt idx="20">
                  <c:v>5.4</c:v>
                </c:pt>
                <c:pt idx="21">
                  <c:v>6.2</c:v>
                </c:pt>
                <c:pt idx="22">
                  <c:v>5.2</c:v>
                </c:pt>
                <c:pt idx="23">
                  <c:v>6.2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8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Short-staffed</c:v>
                </c:pt>
                <c:pt idx="1">
                  <c:v>Paperwork and quotes</c:v>
                </c:pt>
                <c:pt idx="2">
                  <c:v>Installation ran over</c:v>
                </c:pt>
                <c:pt idx="3">
                  <c:v>After-hours call-out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4.5</c:v>
                </c:pt>
                <c:pt idx="1">
                  <c:v>7.0</c:v>
                </c:pt>
                <c:pt idx="2">
                  <c:v>18.5</c:v>
                </c:pt>
                <c:pt idx="3">
                  <c:v>41.0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7.1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T4</c:v>
                </c:pt>
                <c:pt idx="1">
                  <c:v>Technician T6</c:v>
                </c:pt>
                <c:pt idx="2">
                  <c:v>Technician T1</c:v>
                </c:pt>
                <c:pt idx="3">
                  <c:v>Technician T5</c:v>
                </c:pt>
                <c:pt idx="4">
                  <c:v>Technician T3</c:v>
                </c:pt>
                <c:pt idx="5">
                  <c:v>Technician T7</c:v>
                </c:pt>
                <c:pt idx="6">
                  <c:v>Technician T2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2.0</c:v>
                </c:pt>
                <c:pt idx="1">
                  <c:v>7.0</c:v>
                </c:pt>
                <c:pt idx="2">
                  <c:v>8.5</c:v>
                </c:pt>
                <c:pt idx="3">
                  <c:v>9.5</c:v>
                </c:pt>
                <c:pt idx="4">
                  <c:v>13.5</c:v>
                </c:pt>
                <c:pt idx="5">
                  <c:v>14.0</c:v>
                </c:pt>
                <c:pt idx="6">
                  <c:v>16.5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.974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September 2026.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September: 6.2%; Overtime hours, September: 71.0 h; September last year: 3.0%. Technicians worked 71.0 h of overtime in September, 6.2% of ordinary hours (target under 5.0%), against 5.2% in August. Over the last year it has gone from 3.0% to 6.2%. After-hours call-out is the main reason: 41.0 h, 57.7% of the overtime. Technician T2 carried the most (16.5 h). Above target by 14.0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September 2026.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September 2026.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September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6.2%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September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71.0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53.5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34.0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71.0 h of overtime in September, 6.2% of ordinary hours (target under 5.0%), against 5.2% in August. Over the last year it has gone from 3.0% to 6.2%.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After-hours call-out is the main reason: 41.0 h, 57.7% of the overtime. Technician T2 carried the most (16.5 h). Above target by 14.0 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