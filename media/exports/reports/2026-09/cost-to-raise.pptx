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  <c:pt idx="22">
                  <c:v>13</c:v>
                </c:pt>
                <c:pt idx="2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September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September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September cost 20¢ to raise each dollar, against 13¢ in August. Fundraising events raised $41,600 and cost $16,900. This financial year to date it has cost 15¢ a dollar, against 16¢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10¢ to raise each dollar this financial year to date ($21,300 of grant writing and reporting for $223,318),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12¢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16¢ to raise each dollar this financial year to date ($9,800 of donor campaigns for $60,600), against 14¢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