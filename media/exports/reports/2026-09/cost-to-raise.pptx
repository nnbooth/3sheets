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9</c:v>
                </c:pt>
                <c:pt idx="1">
                  <c:v>19</c:v>
                </c:pt>
                <c:pt idx="2">
                  <c:v>41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11</c:v>
                </c:pt>
                <c:pt idx="21">
                  <c:v>11</c:v>
                </c:pt>
                <c:pt idx="22">
                  <c:v>13</c:v>
                </c:pt>
                <c:pt idx="23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16¢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September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September cost 20¢ to raise each dollar, against 13¢ in August. Fundraising events raised $41,600 and cost $16,900. This financial year to date it has cost 15¢ a dollar, against 16¢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10¢ to raise each dollar this financial year to date ($21,300 of grant writing and reporting for $223,318), against 12¢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12¢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16¢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16¢ to raise each dollar this financial year to date ($9,800 of donor campaigns for $60,600), against 14¢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46¢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46¢ to raise each dollar this financial year to date ($19,300 of event costs for $41,600), against 41¢ in the same period last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