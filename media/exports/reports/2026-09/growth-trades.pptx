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  <c:pt idx="18">
                  <c:v>164987</c:v>
                </c:pt>
                <c:pt idx="19">
                  <c:v>161963</c:v>
                </c:pt>
                <c:pt idx="20">
                  <c:v>173163</c:v>
                </c:pt>
                <c:pt idx="21">
                  <c:v>193245</c:v>
                </c:pt>
                <c:pt idx="22">
                  <c:v>179007</c:v>
                </c:pt>
                <c:pt idx="23">
                  <c:v>202337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  <c:pt idx="18">
                  <c:v>37500</c:v>
                </c:pt>
                <c:pt idx="19">
                  <c:v>40500</c:v>
                </c:pt>
                <c:pt idx="20">
                  <c:v>40500</c:v>
                </c:pt>
                <c:pt idx="21">
                  <c:v>40500</c:v>
                </c:pt>
                <c:pt idx="22">
                  <c:v>40500</c:v>
                </c:pt>
                <c:pt idx="23">
                  <c:v>40500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  <c:pt idx="18">
                  <c:v>104400</c:v>
                </c:pt>
                <c:pt idx="19">
                  <c:v>92400</c:v>
                </c:pt>
                <c:pt idx="20">
                  <c:v>103200</c:v>
                </c:pt>
                <c:pt idx="21">
                  <c:v>127600</c:v>
                </c:pt>
                <c:pt idx="22">
                  <c:v>109600</c:v>
                </c:pt>
                <c:pt idx="23">
                  <c:v>130700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  <c:pt idx="18">
                  <c:v>23087</c:v>
                </c:pt>
                <c:pt idx="19">
                  <c:v>29063</c:v>
                </c:pt>
                <c:pt idx="20">
                  <c:v>29463</c:v>
                </c:pt>
                <c:pt idx="21">
                  <c:v>25145</c:v>
                </c:pt>
                <c:pt idx="22">
                  <c:v>28907</c:v>
                </c:pt>
                <c:pt idx="23">
                  <c:v>31137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September against September last year: 57.8%; Year to date against the same period last year: 26.5%; Gross margin, year to date: 37.9%. Revenue is 26.5% up on the same period last year, year to date ($574,589 against $454,179). Maintenance contracts make the highest gross margin (59.5%); Installations the lowest (29.4%). The business needs 31.1% gross margin just to cover overheads. Installations: 29.4% gross margin, 5.6 points under the 35.0% target: about $20,473 on $367,900 of revenue this financial year to date. It's below the 31.1% needed to cover overheads, too. Maintenance contracts: 59.5% gross margin, 24.5 points over the 35.0% target ($29,823 ahead on $121,500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September against September last year: 22.0%; Year to date against the same period last year: 22.0%; Gross margin, year to date: 59.5%. Maintenance contracts brought in $121,500 this financial year to date, 22.0% on the same period last year (slower than the business as a whole, 26.5%), at a 59.5% gross margin (above the 37.9% overall). Maintenance contracts: 59.5% gross margin, 24.5 points over the 35.0% target ($29,823 ahead on $121,500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September against September last year: 74.0%; Year to date against the same period last year: 23.8%; Gross margin, year to date: 29.4%. Installations brought in $367,900 this financial year to date, 23.8% on the same period last year (slower than the business as a whole, 26.5%), at a 29.4% gross margin (below the 37.9% overall). Installations: 29.4% gross margin, 5.6 points under the 35.0% target: about $20,473 on $367,900 of revenue this financial year to date. It's below the 31.1%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September against September last year: 56.0%; Year to date against the same period last year: 48.2%; Gross margin, year to date: 43.7%. Call-outs and repairs brought in $85,189 this financial year to date, 48.2% on the same period last year (faster than the business as a whole, 26.5%), at a 43.7% gross margin (above the 37.9% overall). Call-outs and repairs: 43.7% gross margin, 8.7 points over the 35.0% target ($7,409 ahead on $85,189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Sep 2026) against the same period last year · Trades. From gross margin to profit: 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57.8%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$202,337 against $128,255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$574,589 against $454,179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$217,865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26.5% up on the same period last year, year to date ($574,589 against $454,179). Maintenance contracts make the highest gross margin (59.5%); Installations the lowest (29.4%). The business needs 31.1%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29.4% gross margin, 5.6 points under the 35.0% target: about $20,473 on $367,900 of revenue this financial year to date. It's below the 31.1% needed to cover overheads, too. Maintenance contracts: 59.5% gross margin, 24.5 points over the 35.0% target ($29,823 ahead on $121,500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$40,500 against $33,200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$121,500 against $99,600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$72,348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$121,500 this financial year to date, 22.0% on the same period last year (slower than the business as a whole, 26.5%), at a 59.5% gross margin (above the 37.9%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($29,823 ahead on $121,500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$130,700 against $75,100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$367,900 against $297,100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$108,292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$367,900 this financial year to date, 23.8% on the same period last year (slower than the business as a whole, 26.5%), at a 29.4% gross margin (below the 37.9%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29.4% gross margin, 5.6 points under the 35.0% target: about $20,473 on $367,900 of revenue this financial year to date. It's below the 31.1%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$31,137 against $19,955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$85,189 against $57,479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$37,225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$85,189 this financial year to date, 48.2% on the same period last year (faster than the business as a whole, 26.5%), at a 43.7% gross margin (above the 37.9%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($7,409 ahead on $85,189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Sep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$108,292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$85,189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$37,225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$574,589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$454,179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26.5%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$217,865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