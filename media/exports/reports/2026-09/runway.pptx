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Sheet1!$A$2:$A$62</c:f>
              <c:strCache>
                <c:ptCount val="6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</c:strCache>
            </c:strRef>
          </c:cat>
          <c:val>
            <c:numRef>
              <c:f>Sheet1!$B$2:$B$62</c:f>
              <c:numCache>
                <c:formatCode>$#,##0;[Red]($#,##0);"-"</c:formatCode>
                <c:ptCount val="61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  <c:pt idx="31">
                  <c:v>527865</c:v>
                </c:pt>
                <c:pt idx="32">
                  <c:v>530055</c:v>
                </c:pt>
                <c:pt idx="33">
                  <c:v>483769</c:v>
                </c:pt>
                <c:pt idx="34">
                  <c:v>485958</c:v>
                </c:pt>
                <c:pt idx="35">
                  <c:v>486888</c:v>
                </c:pt>
                <c:pt idx="36">
                  <c:v>487818</c:v>
                </c:pt>
                <c:pt idx="37">
                  <c:v>490007</c:v>
                </c:pt>
                <c:pt idx="38">
                  <c:v>492196</c:v>
                </c:pt>
                <c:pt idx="39">
                  <c:v>494385</c:v>
                </c:pt>
                <c:pt idx="40">
                  <c:v>496574</c:v>
                </c:pt>
                <c:pt idx="41">
                  <c:v>498763</c:v>
                </c:pt>
                <c:pt idx="42">
                  <c:v>499693</c:v>
                </c:pt>
                <c:pt idx="43">
                  <c:v>500623</c:v>
                </c:pt>
                <c:pt idx="44">
                  <c:v>502812</c:v>
                </c:pt>
                <c:pt idx="45">
                  <c:v>481738</c:v>
                </c:pt>
                <c:pt idx="46">
                  <c:v>483927</c:v>
                </c:pt>
                <c:pt idx="47">
                  <c:v>437641</c:v>
                </c:pt>
                <c:pt idx="48">
                  <c:v>439830</c:v>
                </c:pt>
                <c:pt idx="49">
                  <c:v>482360</c:v>
                </c:pt>
                <c:pt idx="50">
                  <c:v>483290</c:v>
                </c:pt>
                <c:pt idx="51">
                  <c:v>485479</c:v>
                </c:pt>
                <c:pt idx="52">
                  <c:v>487668</c:v>
                </c:pt>
                <c:pt idx="53">
                  <c:v>489857</c:v>
                </c:pt>
                <c:pt idx="54">
                  <c:v>492046</c:v>
                </c:pt>
                <c:pt idx="55">
                  <c:v>494235</c:v>
                </c:pt>
                <c:pt idx="56">
                  <c:v>495165</c:v>
                </c:pt>
                <c:pt idx="57">
                  <c:v>496095</c:v>
                </c:pt>
                <c:pt idx="58">
                  <c:v>498284</c:v>
                </c:pt>
                <c:pt idx="59">
                  <c:v>500473</c:v>
                </c:pt>
                <c:pt idx="60">
                  <c:v>480780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$164,020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in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at August's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Unrestricted cash ($324,680, after setting aside unspent grant money) would cover 2.0 months of spending at September's rate of spending, short of the 3.0 months target by $164,020.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at bank, every day (1 Aug to 30 Sep)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