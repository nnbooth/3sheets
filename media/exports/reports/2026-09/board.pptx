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the board need to see?. Sample Community Services Ltd. Period: September 2026. A one-page board summary for September 2026: the result, the money, the risks, and the decisions to make. The full statements are in the downloads.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the board need to see?. Surplus, September: $10,380; Surplus (deficit), year to date: ($38,790); Unrestricted cash runway: 2.0 months; Cost to raise a dollar, September: 20¢.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the board need to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A one-page board summary for September 2026: the result, the money, the risks, and the decisions to make. The full statements are in the downloads.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board.pptx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the board need to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the board need to see?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Surplus,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$10,380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($23,750)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3673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470833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Surplus (deficit), year to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0833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($38,790)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Sep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347307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Unrestricted cash runway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2.0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reserves target 3.0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6621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223781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Cost to raise a dollar, September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3781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20¢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13¢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86000"/>
            <a:ext cx="5501487" cy="1889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THE BOARD SHOULD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615184"/>
            <a:ext cx="5227167" cy="1524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Unrestricted cash covers 2.0 months of spending, against a 3.0 months reserves target.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2 grants end within 6 months with $117,300 still to spend. Housing support: $102,300 left in 3 months ($34,100 a month needed, against $31,200 spent in September).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Fundraising cost 20¢ per dollar in September: grants the cheapest (9¢), fundraising events the dearest (41¢).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2286000"/>
            <a:ext cx="5501487" cy="1889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DECISIONS TO MAKE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615184"/>
            <a:ext cx="5227167" cy="1524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1. Housing support: lift spending to $34,100 a month, or ask State Housing Program about carrying the balance over.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2. Reserves: how much of each month's surplus goes to reserves, and by when the target is reached.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3. Fundraising: where the next spare hours go, given what each source costs to raise.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12920"/>
            <a:ext cx="1127729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GRANTS · AGAINST BUDGET: RED WHEN SPENDING IS MORE THAN 1% OVER OR UNDER BUDGET TO DATE, AMBER WITHIN 1%.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4587240"/>
          <a:ext cx="11277295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Program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Spent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Budget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Against budget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Still to spend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Months left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Housing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$257,700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B42318"/>
                          </a:solidFill>
                          <a:latin typeface="Roboto"/>
                        </a:rPr>
                        <a:t>95.4%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$102,300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Volunteer coordinator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100.0%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Digital literacy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$59,600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8A6D3B"/>
                          </a:solidFill>
                          <a:latin typeface="Roboto"/>
                        </a:rPr>
                        <a:t>99.3%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$30,400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Mental health first aid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$57,200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$60,000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B42318"/>
                          </a:solidFill>
                          <a:latin typeface="Roboto"/>
                        </a:rPr>
                        <a:t>95.3%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$62,800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Youth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$306,300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B42318"/>
                          </a:solidFill>
                          <a:latin typeface="Roboto"/>
                        </a:rPr>
                        <a:t>102.1%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$173,700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Community meals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$12,000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$12,000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100.0%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$36,000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board.pptx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