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September 2026. In short: A $10,380 surplus in September, 1.9 months of runway, and 4 grants ending within 6 months.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September: $10,380; Surplus (deficit), year to date: ($38,790); Unrestricted cash runway: 1.9 months; Cost to raise a dollar, September: 20¢.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A $10,380 surplus in September, 1.9 months of runway, and 4 grants ending within 6 months.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1.9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$210,500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