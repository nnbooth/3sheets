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A one-page board summary for September 2026: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Surplus,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$10,380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($23,750)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B42318"/>
                </a:solidFill>
                <a:latin typeface="Roboto"/>
              </a:rPr>
              <a:t>($38,790)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Sep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2.0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September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20¢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13¢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Unrestricted cash covers 2.0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2 grants end within 6 months with $117,300 still to spend. Housing support: $102,300 left in 3 months ($34,100 a month needed, against $31,200 spent in September).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Fundraising cost 20¢ per dollar in September: grants the cheapest (9¢), fundraising events the dearest (41¢).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$257,700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Decisions to make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Housing support: lift spending to $34,100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• Fundraising: where the next spare hours go, given what each source costs to raise.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