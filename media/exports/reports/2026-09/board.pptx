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$10,380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($23,750)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($38,790)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Unrestricted cash covers 2.0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2 grant(s) end within 6 months with $117,300 still to spend. Housing support: $102,300 left in 3 months ($34,100 a month needed, against $31,200 spent in September).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 cost 20¢ per dollar in September: grants the cheapest (9¢), fundraising events the dearest (41¢).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Housing support: lift spending to $34,100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