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September: $10,380; Surplus (deficit), year to date: ($38,790); Unrestricted cash runway: 2.0 months; Cost to raise a dollar, September: 20¢.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10:34am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2.0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2 grants end within 6 months with $117,300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10:34am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