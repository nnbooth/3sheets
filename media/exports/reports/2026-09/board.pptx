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the board need to see?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September 2026. A one-page board summary for September 2026: the result, the money, the risks, and the decisions to make. The full statements are in the downloads.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Surplus,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$10,380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August ($23,750)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Surplus (deficit), year to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B42318"/>
                </a:solidFill>
                <a:latin typeface="Arial"/>
              </a:rPr>
              <a:t>($38,790)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Jul to Sep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Unrestricted cash runway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2.0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reserves target 3.0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Cost to raise a dollar,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20¢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August 13¢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the board should note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THE BOARD SHOULD NOTE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• Unrestricted cash covers 2.0 months of spending, against a 3.0 months reserves target.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2 grant(s) end within 6 months with $117,300 still to spend. Housing support: $102,300 left in 3 months ($34,100 a month needed, against $31,200 spent in September).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Fundraising cost 20¢ per dollar in September: grants the cheapest (9¢), fundraising events the dearest (41¢).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Grants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Against budget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Housing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$257,700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$270,000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Digital literacy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$57,200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Community meals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$12,000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the board need to see?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Decisions to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7295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DECISIONS TO MAKE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10820095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• Housing support: lift spending to $34,100 a month, or ask State Housing Program about carrying the balance over.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Reserves: how much of each month's surplus goes to reserves, and by when the target is reached.</a:t>
            </a:r>
          </a:p>
          <a:p>
            <a:r>
              <a:rPr sz="1600" b="0">
                <a:solidFill>
                  <a:srgbClr val="25342A"/>
                </a:solidFill>
                <a:latin typeface="Arial"/>
              </a:rPr>
              <a:t>• Fundraising: where the next spare hours go, given what each source costs to raise.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board.pptx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