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13</c:v>
                </c:pt>
                <c:pt idx="1">
                  <c:v>13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41900</c:v>
                </c:pt>
                <c:pt idx="1">
                  <c:v>49500</c:v>
                </c:pt>
                <c:pt idx="2">
                  <c:v>60600</c:v>
                </c:pt>
                <c:pt idx="3">
                  <c:v>75100</c:v>
                </c:pt>
                <c:pt idx="4">
                  <c:v>77300</c:v>
                </c:pt>
                <c:pt idx="5">
                  <c:v>70200</c:v>
                </c:pt>
                <c:pt idx="6">
                  <c:v>77200</c:v>
                </c:pt>
                <c:pt idx="7">
                  <c:v>77500</c:v>
                </c:pt>
                <c:pt idx="8">
                  <c:v>90300</c:v>
                </c:pt>
                <c:pt idx="9">
                  <c:v>72563</c:v>
                </c:pt>
                <c:pt idx="10">
                  <c:v>77544</c:v>
                </c:pt>
                <c:pt idx="11">
                  <c:v>115037</c:v>
                </c:pt>
                <c:pt idx="12">
                  <c:v>85385</c:v>
                </c:pt>
                <c:pt idx="13">
                  <c:v>88864</c:v>
                </c:pt>
                <c:pt idx="14">
                  <c:v>101093</c:v>
                </c:pt>
                <c:pt idx="15">
                  <c:v>72885</c:v>
                </c:pt>
                <c:pt idx="16">
                  <c:v>72159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33200</c:v>
                </c:pt>
                <c:pt idx="1">
                  <c:v>39900</c:v>
                </c:pt>
                <c:pt idx="2">
                  <c:v>47100</c:v>
                </c:pt>
                <c:pt idx="3">
                  <c:v>66400</c:v>
                </c:pt>
                <c:pt idx="4">
                  <c:v>68600</c:v>
                </c:pt>
                <c:pt idx="5">
                  <c:v>61500</c:v>
                </c:pt>
                <c:pt idx="6">
                  <c:v>68500</c:v>
                </c:pt>
                <c:pt idx="7">
                  <c:v>68800</c:v>
                </c:pt>
                <c:pt idx="8">
                  <c:v>78300</c:v>
                </c:pt>
                <c:pt idx="9">
                  <c:v>63263</c:v>
                </c:pt>
                <c:pt idx="10">
                  <c:v>68244</c:v>
                </c:pt>
                <c:pt idx="11">
                  <c:v>90537</c:v>
                </c:pt>
                <c:pt idx="12">
                  <c:v>76085</c:v>
                </c:pt>
                <c:pt idx="13">
                  <c:v>78664</c:v>
                </c:pt>
                <c:pt idx="14">
                  <c:v>86993</c:v>
                </c:pt>
                <c:pt idx="15">
                  <c:v>63585</c:v>
                </c:pt>
                <c:pt idx="16">
                  <c:v>62859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342A"/>
                </a:solidFill>
                <a:latin typeface="Arial"/>
              </a:rPr>
              <a:t>The 4th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A52"/>
                </a:solidFill>
                <a:latin typeface="Arial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5342A"/>
                </a:solidFill>
                <a:latin typeface="Arial"/>
              </a:rPr>
              <a:t>Which funding is worth chasing?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F6F63"/>
                </a:solidFill>
                <a:latin typeface="Arial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5342A"/>
                </a:solidFill>
                <a:latin typeface="Arial"/>
              </a:rPr>
              <a:t>Period: February 2026.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How final is this data?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January 2026: Locked. January 2026 is locked (closed 3 Feb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February 2026: Locked. February 2026 is locked (closed 3 Mar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1 of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Cost to raise a dollar, by source, February 2026 (cents) · Source: All sources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2 of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All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In February it cost: Grants 13¢, donations 13¢ to raise each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Cheapest to raise in February: grants (13¢ a dollar). Dearest: donations (13¢). Events are worth counting for what else they bring too (new donors, profile).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3 of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Grants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Grants: $506,430 raised this financial year to date (73.9% of everything raised), $56,800 to raise it, so $449,630 left for programs: 11¢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Most of the money, and usually the cheapest to raise, starting with grants that renew.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4 of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Donations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Donations: $136,100 raised this financial year to date (19.9% of everything raised), $20,700 to raise it, so $115,400 left for programs: 15¢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Cheap and flexible (untied): the money that builds reserves.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5 of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Fundraising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Fundraising events: $43,000 raised this financial year to date (6.3% of everything raised), $17,800 to raise it, so $25,200 left for programs: 41¢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dearest per dollar: worth measuring the new donors each event brings in too.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6 of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Financial year to date (Jul to Feb 2026), by source · Every source at once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29184">
                <a:tc>
                  <a:txBody>
                    <a:bodyPr/>
                    <a:lstStyle/>
                    <a:p/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42A"/>
                          </a:solidFill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$506,430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$56,800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$449,630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11¢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42A"/>
                          </a:solidFill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$136,100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$20,700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$115,400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15¢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42A"/>
                          </a:solidFill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$43,000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$17,800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$25,200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41¢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7 of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Raised and left after costs, by month · Raised $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8 of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Raised and left after costs, by month · Left after costs $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9 of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