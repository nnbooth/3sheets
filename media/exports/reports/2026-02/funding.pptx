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February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February it cost: Grants 13¢,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$506,430 raised this financial year to date (73.9% of everything raised), $56,800 to raise it, so $449,630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$136,100 raised this financial year to date (19.9% of everything raised), $20,700 to raise it, so $115,400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(6.3%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Feb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$506,430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