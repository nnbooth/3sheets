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61</c:v>
                </c:pt>
                <c:pt idx="1">
                  <c:v>118</c:v>
                </c:pt>
                <c:pt idx="2">
                  <c:v>135</c:v>
                </c:pt>
                <c:pt idx="3">
                  <c:v>120</c:v>
                </c:pt>
                <c:pt idx="4">
                  <c:v>105</c:v>
                </c:pt>
                <c:pt idx="5">
                  <c:v>87</c:v>
                </c:pt>
                <c:pt idx="6">
                  <c:v>137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7.5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#,##0;[Red](#,##0)</c:formatCode>
                <c:ptCount val="17"/>
                <c:pt idx="0">
                  <c:v>659</c:v>
                </c:pt>
                <c:pt idx="1">
                  <c:v>655</c:v>
                </c:pt>
                <c:pt idx="2">
                  <c:v>685</c:v>
                </c:pt>
                <c:pt idx="3">
                  <c:v>714</c:v>
                </c:pt>
                <c:pt idx="4">
                  <c:v>683</c:v>
                </c:pt>
                <c:pt idx="5">
                  <c:v>725</c:v>
                </c:pt>
                <c:pt idx="6">
                  <c:v>620</c:v>
                </c:pt>
                <c:pt idx="7">
                  <c:v>754</c:v>
                </c:pt>
                <c:pt idx="8">
                  <c:v>783</c:v>
                </c:pt>
                <c:pt idx="9">
                  <c:v>871</c:v>
                </c:pt>
                <c:pt idx="10">
                  <c:v>852</c:v>
                </c:pt>
                <c:pt idx="11">
                  <c:v>781</c:v>
                </c:pt>
                <c:pt idx="12">
                  <c:v>792</c:v>
                </c:pt>
                <c:pt idx="13">
                  <c:v>675</c:v>
                </c:pt>
                <c:pt idx="14">
                  <c:v>725</c:v>
                </c:pt>
                <c:pt idx="15">
                  <c:v>756</c:v>
                </c:pt>
                <c:pt idx="16">
                  <c:v>763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February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February: 763; Answered while staffed, February: 80.3%; Calls outside staffed hours, February: 48.9%; Median wait when answered, February: 81 sec. 763 calls for help came in during February. While the line was staffed, 80.3% were answered (target 90.0%); 48.9% of all calls came outside staffed hours and went to voicemail. The busiest time was before 8:30am (137 calls). 118 calls came between 5 and 8pm, when no-one is on the line. 77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756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80.3%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373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February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313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763 calls for help came in during February. While the line was staffed, 80.3% were answered (target 90.0%); 48.9% of all calls came outside staffed hours and went to voicemail. The busiest time was before 8:30am (137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118 calls came between 5 and 8pm, when no-one is on the line. 77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