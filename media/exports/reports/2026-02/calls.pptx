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Calls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cat>
            <c:strRef>
              <c:f>Sheet1!$A$2:$A$8</c:f>
              <c:strCache>
                <c:ptCount val="7"/>
                <c:pt idx="0">
                  <c:v>After 8pm</c:v>
                </c:pt>
                <c:pt idx="1">
                  <c:v>5 to 8pm</c:v>
                </c:pt>
                <c:pt idx="2">
                  <c:v>2 to 5pm</c:v>
                </c:pt>
                <c:pt idx="3">
                  <c:v>Noon to 2pm</c:v>
                </c:pt>
                <c:pt idx="4">
                  <c:v>10am to noon</c:v>
                </c:pt>
                <c:pt idx="5">
                  <c:v>8:30 to 10am</c:v>
                </c:pt>
                <c:pt idx="6">
                  <c:v>Before 8:30am</c:v>
                </c:pt>
              </c:strCache>
            </c:strRef>
          </c:cat>
          <c:val>
            <c:numRef>
              <c:f>Sheet1!$B$2:$B$8</c:f>
              <c:numCache>
                <c:formatCode>#,##0;[Red](#,##0)</c:formatCode>
                <c:ptCount val="7"/>
                <c:pt idx="0">
                  <c:v>65</c:v>
                </c:pt>
                <c:pt idx="1">
                  <c:v>122</c:v>
                </c:pt>
                <c:pt idx="2">
                  <c:v>122</c:v>
                </c:pt>
                <c:pt idx="3">
                  <c:v>91</c:v>
                </c:pt>
                <c:pt idx="4">
                  <c:v>91</c:v>
                </c:pt>
                <c:pt idx="5">
                  <c:v>79</c:v>
                </c:pt>
                <c:pt idx="6">
                  <c:v>108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0.2999999999999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Sheet1!$A$2:$A$18</c:f>
              <c:strCache>
                <c:ptCount val="17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</c:strCache>
            </c:strRef>
          </c:cat>
          <c:val>
            <c:numRef>
              <c:f>Sheet1!$B$2:$B$18</c:f>
              <c:numCache>
                <c:formatCode>#,##0;[Red](#,##0)</c:formatCode>
                <c:ptCount val="17"/>
                <c:pt idx="0">
                  <c:v>685</c:v>
                </c:pt>
                <c:pt idx="1">
                  <c:v>633</c:v>
                </c:pt>
                <c:pt idx="2">
                  <c:v>684</c:v>
                </c:pt>
                <c:pt idx="3">
                  <c:v>690</c:v>
                </c:pt>
                <c:pt idx="4">
                  <c:v>664</c:v>
                </c:pt>
                <c:pt idx="5">
                  <c:v>685</c:v>
                </c:pt>
                <c:pt idx="6">
                  <c:v>629</c:v>
                </c:pt>
                <c:pt idx="7">
                  <c:v>724</c:v>
                </c:pt>
                <c:pt idx="8">
                  <c:v>820</c:v>
                </c:pt>
                <c:pt idx="9">
                  <c:v>909</c:v>
                </c:pt>
                <c:pt idx="10">
                  <c:v>826</c:v>
                </c:pt>
                <c:pt idx="11">
                  <c:v>756</c:v>
                </c:pt>
                <c:pt idx="12">
                  <c:v>770</c:v>
                </c:pt>
                <c:pt idx="13">
                  <c:v>746</c:v>
                </c:pt>
                <c:pt idx="14">
                  <c:v>776</c:v>
                </c:pt>
                <c:pt idx="15">
                  <c:v>726</c:v>
                </c:pt>
                <c:pt idx="16">
                  <c:v>678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1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do calls for help come in, and are we there to answer?. Sample Community Services Ltd. Period: February 2026. Every call to the help line: when it came in, whether someone answered, and how long the caller waited. The line is staffed 8:30am to 5pm on working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do calls for help come in, and are we there to answer?. Calls for help, February: 678; Answered while staffed, February: 80.6%; Calls outside staffed hours, February: 49.7%; Median wait when answered, February: 80 sec. 678 calls for help came in during February. While the line was staffed, 80.6% were answered (target 90.0%); 49.7% of all calls came outside staffed hours and went to voicemail. The busiest time was 2 to 5pm (122 calls). 122 calls came between 5 and 8pm, when no-one is on the line. 66 callers hung up waiting while the line was staffed.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Calls for help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When do calls for help come in, and are we there to answer?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February 2026. Every call to the help line: when it came in, whether someone answered, and how long the caller waited. The line is staffed 8:30am to 5pm on working days.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2026: Locked. January 2026 is locked (closed 3 Feb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February 2026: Locked. February 2026 is locked (closed 3 Mar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When do calls for help come in, and are we there to answer?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When do calls for help come in, and are we there to answer?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When the calls come in, February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Calls for help, February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678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January 726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673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70833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Answered while staffed, February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80.6%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90.0%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47307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Calls outside staffed hours, February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49.7%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337 calls to voicemail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6621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223781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Median wait when answered, February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80 sec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275 answered calls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Rectangle 22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678 calls for help came in during February. While the line was staffed, 80.6% were answered (target 90.0%); 49.7% of all calls came outside staffed hours and went to voicemail. The busiest time was 2 to 5pm (122 calls).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122 calls came between 5 and 8pm, when no-one is on the line. 66 callers hung up waiting while the line was staffed.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Calls for help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When do calls for help come in, and are we there to answer?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