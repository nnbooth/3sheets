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65</c:v>
                </c:pt>
                <c:pt idx="1">
                  <c:v>122</c:v>
                </c:pt>
                <c:pt idx="2">
                  <c:v>122</c:v>
                </c:pt>
                <c:pt idx="3">
                  <c:v>91</c:v>
                </c:pt>
                <c:pt idx="4">
                  <c:v>91</c:v>
                </c:pt>
                <c:pt idx="5">
                  <c:v>79</c:v>
                </c:pt>
                <c:pt idx="6">
                  <c:v>108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2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February 2026. In short: 678 calls in February: 80.6% answered while staffed (target 90.0%); 49.7%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February: 678; Answered while staffed, February: 80.6%; Calls outside staffed hours, February: 49.7%; Median wait when answered, February: 80 sec. 678 calls for help came in during February. While the line was staffed, 80.6% were answered (target 90.0%); 49.7% of all calls came outside staffed hours and went to voicemail. The busiest time was 2 to 5pm (122 calls). 122 calls came between 5 and 8pm, when no-one is on the line. 66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678 calls in February: 80.6% answered while staffed (target 90.0%); 49.7%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726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80.6%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337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275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678 calls for help came in during February. While the line was staffed, 80.6% were answered (target 90.0%); 49.7% of all calls came outside staffed hours and went to voicemail. The busiest time was 2 to 5pm (122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122 calls came between 5 and 8pm, when no-one is on the line. 66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