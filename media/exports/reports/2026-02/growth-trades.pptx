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171009</c:v>
                </c:pt>
                <c:pt idx="1">
                  <c:v>179474</c:v>
                </c:pt>
                <c:pt idx="2">
                  <c:v>143156</c:v>
                </c:pt>
                <c:pt idx="3">
                  <c:v>140909</c:v>
                </c:pt>
                <c:pt idx="4">
                  <c:v>160943</c:v>
                </c:pt>
                <c:pt idx="5">
                  <c:v>135082</c:v>
                </c:pt>
                <c:pt idx="6">
                  <c:v>124705</c:v>
                </c:pt>
                <c:pt idx="7">
                  <c:v>129816</c:v>
                </c:pt>
                <c:pt idx="8">
                  <c:v>164113</c:v>
                </c:pt>
                <c:pt idx="9">
                  <c:v>186760</c:v>
                </c:pt>
                <c:pt idx="10">
                  <c:v>139164</c:v>
                </c:pt>
                <c:pt idx="11">
                  <c:v>128255</c:v>
                </c:pt>
                <c:pt idx="12">
                  <c:v>128898</c:v>
                </c:pt>
                <c:pt idx="13">
                  <c:v>174786</c:v>
                </c:pt>
                <c:pt idx="14">
                  <c:v>135079</c:v>
                </c:pt>
                <c:pt idx="15">
                  <c:v>164780</c:v>
                </c:pt>
                <c:pt idx="16">
                  <c:v>196372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24670</c:v>
                </c:pt>
                <c:pt idx="1">
                  <c:v>24670</c:v>
                </c:pt>
                <c:pt idx="2">
                  <c:v>24670</c:v>
                </c:pt>
                <c:pt idx="3">
                  <c:v>24670</c:v>
                </c:pt>
                <c:pt idx="4">
                  <c:v>27930</c:v>
                </c:pt>
                <c:pt idx="5">
                  <c:v>27930</c:v>
                </c:pt>
                <c:pt idx="6">
                  <c:v>27930</c:v>
                </c:pt>
                <c:pt idx="7">
                  <c:v>27930</c:v>
                </c:pt>
                <c:pt idx="8">
                  <c:v>31870</c:v>
                </c:pt>
                <c:pt idx="9">
                  <c:v>33200</c:v>
                </c:pt>
                <c:pt idx="10">
                  <c:v>33200</c:v>
                </c:pt>
                <c:pt idx="11">
                  <c:v>33200</c:v>
                </c:pt>
                <c:pt idx="12">
                  <c:v>35800</c:v>
                </c:pt>
                <c:pt idx="13">
                  <c:v>35800</c:v>
                </c:pt>
                <c:pt idx="14">
                  <c:v>35800</c:v>
                </c:pt>
                <c:pt idx="15">
                  <c:v>35800</c:v>
                </c:pt>
                <c:pt idx="16">
                  <c:v>37500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126300</c:v>
                </c:pt>
                <c:pt idx="1">
                  <c:v>131400</c:v>
                </c:pt>
                <c:pt idx="2">
                  <c:v>92600</c:v>
                </c:pt>
                <c:pt idx="3">
                  <c:v>89400</c:v>
                </c:pt>
                <c:pt idx="4">
                  <c:v>106000</c:v>
                </c:pt>
                <c:pt idx="5">
                  <c:v>86100</c:v>
                </c:pt>
                <c:pt idx="6">
                  <c:v>74900</c:v>
                </c:pt>
                <c:pt idx="7">
                  <c:v>80300</c:v>
                </c:pt>
                <c:pt idx="8">
                  <c:v>112700</c:v>
                </c:pt>
                <c:pt idx="9">
                  <c:v>135800</c:v>
                </c:pt>
                <c:pt idx="10">
                  <c:v>86200</c:v>
                </c:pt>
                <c:pt idx="11">
                  <c:v>75100</c:v>
                </c:pt>
                <c:pt idx="12">
                  <c:v>70800</c:v>
                </c:pt>
                <c:pt idx="13">
                  <c:v>113300</c:v>
                </c:pt>
                <c:pt idx="14">
                  <c:v>69700</c:v>
                </c:pt>
                <c:pt idx="15">
                  <c:v>97500</c:v>
                </c:pt>
                <c:pt idx="16">
                  <c:v>129300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20039</c:v>
                </c:pt>
                <c:pt idx="1">
                  <c:v>23404</c:v>
                </c:pt>
                <c:pt idx="2">
                  <c:v>25886</c:v>
                </c:pt>
                <c:pt idx="3">
                  <c:v>26839</c:v>
                </c:pt>
                <c:pt idx="4">
                  <c:v>27013</c:v>
                </c:pt>
                <c:pt idx="5">
                  <c:v>21052</c:v>
                </c:pt>
                <c:pt idx="6">
                  <c:v>21875</c:v>
                </c:pt>
                <c:pt idx="7">
                  <c:v>21586</c:v>
                </c:pt>
                <c:pt idx="8">
                  <c:v>19543</c:v>
                </c:pt>
                <c:pt idx="9">
                  <c:v>17760</c:v>
                </c:pt>
                <c:pt idx="10">
                  <c:v>19764</c:v>
                </c:pt>
                <c:pt idx="11">
                  <c:v>19955</c:v>
                </c:pt>
                <c:pt idx="12">
                  <c:v>22298</c:v>
                </c:pt>
                <c:pt idx="13">
                  <c:v>25686</c:v>
                </c:pt>
                <c:pt idx="14">
                  <c:v>29579</c:v>
                </c:pt>
                <c:pt idx="15">
                  <c:v>31480</c:v>
                </c:pt>
                <c:pt idx="16">
                  <c:v>29572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Electrical &amp; Air Pty Ltd. Period: February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February against February last year: 22.0%; Year to date (Jul to Feb 2026): $1,254,094; Gross margin, year to date: 37.3%. Revenue is $1,254,094 this financial year to date (Jul to Feb 2026). Maintenance contracts make the highest gross margin (59.5%); Installations the lowest (27.7%). The business needs 27.7% gross margin just to cover overheads. Installations: 27.7% gross margin, 7.3 points under the 35.0% target: about $56,427 on $777,700 of revenue this financial year to date. It's below the 27.7% needed to cover overheads, too. Maintenance contracts: 59.5% gross margin, 24.5 points over the 35.0% target ($68,635 ahead on $280,300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February against February last year: 34.3%; Year to date (Jul to Feb 2026): $280,300; Gross margin, year to date: 59.5%. Maintenance contracts brought in $280,300 this financial year to date, at a 59.5% gross margin (above the 37.3% overall). Maintenance contracts: 59.5% gross margin, 24.5 points over the 35.0% target ($68,635 ahead on $280,300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February against February last year: 22.0%; Year to date (Jul to Feb 2026): $777,700; Gross margin, year to date: 27.7%. Installations brought in $777,700 this financial year to date, at a 27.7% gross margin (below the 37.3% overall). Installations: 27.7% gross margin, 7.3 points under the 35.0% target: about $56,427 on $777,700 of revenue this financial year to date. It's below the 27.7%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February against February last year: 9.5%; Year to date (Jul to Feb 2026): $196,094; Gross margin, year to date: 43.7%. Call-outs and repairs brought in $196,094 this financial year to date, at a 43.7% gross margin (above the 37.3% overall). Call-outs and repairs: 43.7% gross margin, 8.7 points over the 35.0% target ($17,043 ahead on $196,094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Feb 2026) against the same period last year · Trades. Same period last year: Not available: the data starts October 2024. From gross margin to profit: February's jobs made $75,710 gross margin (38.6%). Technician time not charged to jobs took ($4,832) and overheads $59,320, leaving $21,222 profit before tax (10.8% of revenue). To cover overheads, jobs need a 27.7%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against February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22.0%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$196,372 against $160,943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$1,254,094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37.3%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$468,184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4815840"/>
            <a:ext cx="5501487" cy="14935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$1,254,094 this financial year to date (Jul to Feb 2026). Maintenance contracts make the highest gross margin (59.5%); Installations the lowest (27.7%). The business needs 27.7%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4815840"/>
            <a:ext cx="5501487" cy="14935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27.7% gross margin, 7.3 points under the 35.0% target: about $56,427 on $777,700 of revenue this financial year to date. It's below the 27.7% needed to cover overheads, too. Maintenance contracts: 59.5% gross margin, 24.5 points over the 35.0% target ($68,635 ahead on $280,300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against February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34.3%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$37,500 against $27,930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$280,300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$166,740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$280,300 this financial year to date, at a 59.5% gross margin (above the 37.3%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59.5% gross margin, 24.5 points over the 35.0% target ($68,635 ahead on $280,300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against February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22.0%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$129,300 against $106,000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$777,700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27.7%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$215,768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$777,700 this financial year to date, at a 27.7% gross margin (below the 37.3%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27.7% gross margin, 7.3 points under the 35.0% target: about $56,427 on $777,700 of revenue this financial year to date. It's below the 27.7% needed to cover overheads, too.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against February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$29,572 against $27,013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$196,094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$85,676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$196,094 this financial year to date, at a 43.7% gross margin (above the 37.3%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43.7% gross margin, 8.7 points over the 35.0% target ($17,043 ahead on $196,094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Feb 2026)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February's jobs made $75,710 gross margin (38.6%). Technician time not charged to jobs took ($4,832) and overheads $59,320, leaving $21,222 profit before tax (10.8% of revenue). To cover overheads, jobs need a 27.7%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$280,300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$166,740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$777,700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$215,768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27.7%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$196,094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$85,676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$1,254,094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$468,184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37.3%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