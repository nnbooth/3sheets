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$#,##0;[Red]($#,##0);"-"</c:formatCode>
                <c:ptCount val="17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34</c:v>
                </c:pt>
                <c:pt idx="1">
                  <c:v>33</c:v>
                </c:pt>
                <c:pt idx="2">
                  <c:v>37</c:v>
                </c:pt>
                <c:pt idx="3">
                  <c:v>40</c:v>
                </c:pt>
                <c:pt idx="4">
                  <c:v>35</c:v>
                </c:pt>
                <c:pt idx="5">
                  <c:v>34</c:v>
                </c:pt>
                <c:pt idx="6">
                  <c:v>30</c:v>
                </c:pt>
                <c:pt idx="7">
                  <c:v>31</c:v>
                </c:pt>
                <c:pt idx="8">
                  <c:v>32</c:v>
                </c:pt>
                <c:pt idx="9">
                  <c:v>28</c:v>
                </c:pt>
                <c:pt idx="10">
                  <c:v>36</c:v>
                </c:pt>
                <c:pt idx="11">
                  <c:v>32</c:v>
                </c:pt>
                <c:pt idx="12">
                  <c:v>33</c:v>
                </c:pt>
                <c:pt idx="13">
                  <c:v>37</c:v>
                </c:pt>
                <c:pt idx="14">
                  <c:v>45</c:v>
                </c:pt>
                <c:pt idx="15">
                  <c:v>44</c:v>
                </c:pt>
                <c:pt idx="16">
                  <c:v>39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win a customer?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February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January 2026: Locked. January 2026 is locked (closed 3 Feb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February 2026: Locked. February 2026 is locked (closed 3 Mar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January $182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February last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35 new customers from $8,600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Feb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$227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$ per new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win a customer, by month · New customers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Customers are counted in the month of their first job.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What does it cost to win a customer?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39 new customers came from $8,600 of marketing in February, against 44 from $8,000 in January: $221 each, up from $182.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cost-to-win.pptx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