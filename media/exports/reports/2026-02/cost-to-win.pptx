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$ per new customer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  <c:pt idx="13">
                  <c:v>227</c:v>
                </c:pt>
                <c:pt idx="14">
                  <c:v>173</c:v>
                </c:pt>
                <c:pt idx="15">
                  <c:v>182</c:v>
                </c:pt>
                <c:pt idx="16">
                  <c:v>221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Sample Electrical &amp; Air Pty Ltd. Period: February 2026. In short: $221 per new customer in February: 39 new customers from $8,600 of marketing. Marketing spend divided by the customers it actually brought in (a customer's first ever job), month by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February 2026: $221; February last year: $246; Year to date (Jul to Feb 2026): $227. 39 new customers came from $8,600 of marketing in February, against 44 from $8,000 in January: $221 each, up from $182. Worth knowing which channels brought this month's customers in: recording the source of each new customer shows the cost per channel.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February 2026. In short: $221 per new customer in February: 39 new customers from $8,600 of marketing.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win a customer,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January $182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$246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35 new customers from $8,600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Feb 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39 new customers came from $8,600 of marketing in February, against 44 from $8,000 in January: $221 each, up from $182.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Worth knowing which channels brought this month's customers in: recording the source of each new customer shows the cost per channel.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