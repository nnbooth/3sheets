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#,##0;[Red](#,##0)</c:formatCode>
                <c:ptCount val="17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35</c:v>
                </c:pt>
                <c:pt idx="5">
                  <c:v>34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28</c:v>
                </c:pt>
                <c:pt idx="10">
                  <c:v>36</c:v>
                </c:pt>
                <c:pt idx="11">
                  <c:v>32</c:v>
                </c:pt>
                <c:pt idx="12">
                  <c:v>33</c:v>
                </c:pt>
                <c:pt idx="13">
                  <c:v>37</c:v>
                </c:pt>
                <c:pt idx="14">
                  <c:v>45</c:v>
                </c:pt>
                <c:pt idx="15">
                  <c:v>44</c:v>
                </c:pt>
                <c:pt idx="16">
                  <c:v>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$182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February last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35 new customers from $8,600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win a customer, by month · $ per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win a customer, by month · New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39 new customers came from $8,600 of marketing in February, against 44 from $8,000 in January: $221 each, up from $182.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