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0.0"%";[Red](0.0"%")</c:formatCode>
                <c:ptCount val="17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  <c:pt idx="15">
                  <c:v>67.0</c:v>
                </c:pt>
                <c:pt idx="16">
                  <c:v>61.6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Phone</c:v>
                </c:pt>
                <c:pt idx="1">
                  <c:v>Web form</c:v>
                </c:pt>
                <c:pt idx="2">
                  <c:v>Email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56.5</c:v>
                </c:pt>
                <c:pt idx="1">
                  <c:v>59.4</c:v>
                </c:pt>
                <c:pt idx="2">
                  <c:v>83.3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5.79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February 2026.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February: 61.6%; Median wait, February: 72 min; Enquiries, February: 112. 61.6% of the 112 enquiries called back in February heard back within 2 working hours (target 80.0%), down from 67.0% in January. The median wait was 72 working minutes. 21 more enquiries would have needed a faster callback to reach the 80.0% target. Phone enquiries are the slowest: 56.5%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February 2026.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February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61.6%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January 67.0%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February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72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February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109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61.6% of the 112 enquiries called back in February heard back within 2 working hours (target 80.0%), down from 67.0% in January. The median wait was 72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21 more enquiries would have needed a faster callback to reach the 80.0% target. Phone enquiries are the slowest: 56.5%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February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302745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05465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