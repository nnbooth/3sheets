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13</c:v>
                </c:pt>
                <c:pt idx="1">
                  <c:v>13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0"¢";[Red](0"¢")</c:formatCode>
                <c:ptCount val="17"/>
                <c:pt idx="0">
                  <c:v>21</c:v>
                </c:pt>
                <c:pt idx="1">
                  <c:v>19</c:v>
                </c:pt>
                <c:pt idx="2">
                  <c:v>22</c:v>
                </c:pt>
                <c:pt idx="3">
                  <c:v>12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13</c:v>
                </c:pt>
                <c:pt idx="9">
                  <c:v>13</c:v>
                </c:pt>
                <c:pt idx="10">
                  <c:v>12</c:v>
                </c:pt>
                <c:pt idx="11">
                  <c:v>21</c:v>
                </c:pt>
                <c:pt idx="12">
                  <c:v>11</c:v>
                </c:pt>
                <c:pt idx="13">
                  <c:v>11</c:v>
                </c:pt>
                <c:pt idx="14">
                  <c:v>14</c:v>
                </c:pt>
                <c:pt idx="15">
                  <c:v>13</c:v>
                </c:pt>
                <c:pt idx="16">
                  <c:v>13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raise a dollar?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February 2026.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February · all fundraising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13¢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Feb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14¢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raise a dollar, by source, February 2026 (cents) · Source: All fundraising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February cost 13¢ to raise each dollar, against 13¢ in January. This financial year to date it has cost 14¢ a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February ·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12¢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Feb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Grants cost 11¢ to raise each dollar this financial year to date ($56,800 of grant writing and reporting for $506,430).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February · Donations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17¢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Feb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15¢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Donations cost 15¢ to raise each dollar this financial year to date ($20,700 of donor campaigns for $136,100).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Steady and cheap, and untied: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February · Fundraising events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none raised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Feb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41¢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Fundraising events cost 41¢ to raise each dollar this financial year to date ($17,800 of event costs for $43,000).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raise a dollar, by month (cents) · Cents per $1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Months with an event (the gala, the Christmas appeal) jump. A gap means nothing was raised that month.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