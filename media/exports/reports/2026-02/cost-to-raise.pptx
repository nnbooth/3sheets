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13</c:v>
                </c:pt>
                <c:pt idx="1">
                  <c:v>13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0"¢";[Red](0"¢")</c:formatCode>
                <c:ptCount val="17"/>
                <c:pt idx="0">
                  <c:v>24</c:v>
                </c:pt>
                <c:pt idx="1">
                  <c:v>20</c:v>
                </c:pt>
                <c:pt idx="2">
                  <c:v>22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12</c:v>
                </c:pt>
                <c:pt idx="16">
                  <c:v>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0"¢";[Red](0"¢")</c:formatCode>
                <c:ptCount val="17"/>
                <c:pt idx="0">
                  <c:v>14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16</c:v>
                </c:pt>
                <c:pt idx="10">
                  <c:v>14</c:v>
                </c:pt>
                <c:pt idx="11">
                  <c:v>14</c:v>
                </c:pt>
                <c:pt idx="12">
                  <c:v>14</c:v>
                </c:pt>
                <c:pt idx="13">
                  <c:v>17</c:v>
                </c:pt>
                <c:pt idx="14">
                  <c:v>17</c:v>
                </c:pt>
                <c:pt idx="15">
                  <c:v>17</c:v>
                </c:pt>
                <c:pt idx="16">
                  <c:v>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Sheet1!$A$2:$A$4</c:f>
              <c:strCache>
                <c:ptCount val="3"/>
                <c:pt idx="0">
                  <c:v>Dec 24</c:v>
                </c:pt>
                <c:pt idx="1">
                  <c:v>Sep 25</c:v>
                </c:pt>
                <c:pt idx="2">
                  <c:v>Dec 25</c:v>
                </c:pt>
              </c:strCache>
            </c:strRef>
          </c:cat>
          <c:val>
            <c:numRef>
              <c:f>Sheet1!$B$2:$B$4</c:f>
              <c:numCache>
                <c:formatCode>0"¢";[Red](0"¢")</c:formatCode>
                <c:ptCount val="3"/>
                <c:pt idx="0">
                  <c:v>42</c:v>
                </c:pt>
                <c:pt idx="1">
                  <c:v>41</c:v>
                </c:pt>
                <c:pt idx="2">
                  <c:v>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raise a dollar?. Sample Community Services Ltd. Period: February 2026.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fundraising. February · all fundraising: 13¢; Year to date (Jul to Feb 2026): 14¢. February cost 13¢ to raise each dollar, against 13¢ in January. This financial year to date it has cost 14¢ a dollar. The year-to-date figure is steadier than single months: events make some months jump. Pick a source above to see which one 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February · Grants: 13¢; Year to date (Jul to Feb 2026): 11¢. Grants cost 11¢ to raise each dollar this financial year to date ($56,800 of grant writing and reporting for $506,430). Usually the cheapest money to raise, as long as the time that goes into applications and acquittals is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February · Donations: 13¢; Year to date (Jul to Feb 2026): 15¢. Donations cost 15¢ to raise each dollar this financial year to date ($20,700 of donor campaigns for $136,100). Steady and cheap, and untied: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February · Fundraising events: –; Year to date (Jul to Feb 2026): 41¢. Fundraising events cost 41¢ to raise each dollar this financial year to date ($17,800 of event costs for $43,000). Usually the dearest money to raise: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February 2026.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fundraising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February 2026 (cents)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· all fundraising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13¢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195572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February cost 13¢ to raise each dollar, against 13¢ in January. This financial year to date it has cost 14¢ a dollar.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195572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Grants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·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12¢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 cost 11¢ to raise each dollar this financial year to date ($56,800 of grant writing and reporting for $506,430).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Donations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· Donations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17¢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 cost 15¢ to raise each dollar this financial year to date ($20,700 of donor campaigns for $136,100).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Fundraising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· Fundraising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none raised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 cost 41¢ to raise each dollar this financial year to date ($17,800 of event costs for $43,000).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