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0"¢";[Red](0"¢")</c:formatCode>
                <c:ptCount val="17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February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January 2026: Locked. January 2026 is locked (closed 3 Feb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February 2026: Locked. February 2026 is locked (closed 3 Mar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February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January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Feb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February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February cost 13¢ to raise each dollar, against 13¢ in January. This financial year to date it has cost 14¢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February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January 12¢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Feb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11¢ to raise each dollar this financial year to date ($56,800 of grant writing and reporting for $506,430).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February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January 17¢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Feb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15¢ to raise each dollar this financial year to date ($20,700 of donor campaigns for $136,100).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February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January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Feb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