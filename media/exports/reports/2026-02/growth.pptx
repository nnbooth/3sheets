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February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February's jobs made $75,710 gross margin (38.6%). Technician time not charged to jobs took ($4,832) and overheads $59,320, leaving $21,222 profit before tax (10.8% of revenue). To cover overheads, jobs need a 27.7%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February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$75,710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$59,432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($4,832)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$80,542</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$59,320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$21,222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$196,372</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10.8%</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27.7%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$196,372 against $160,943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$1,254,094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$468,184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$1,254,094 this financial year to date (Jul to Feb 2026). Maintenance contracts make the highest gross margin (59.5%); Installations the lowest (27.7%). The business needs 27.7%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27.7% gross margin, 7.3 points under the 35.0% target: about $56,427 on $777,700 of revenue this financial year to date. It's below the 27.7% needed to cover overheads, too. Maintenance contracts: 59.5% gross margin, 24.5 points over the 35.0% target ($68,635 ahead on $280,300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$280,300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$166,740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$280,300 this financial year to date, at a 59.5% gross margin (above the 37.3%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($68,635 ahead on $280,300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$129,300 against $106,000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$777,700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$215,768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$777,700 this financial year to date, at a 27.7% gross margin (below the 37.3%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27.7% gross margin, 7.3 points under the 35.0% target: about $56,427 on $777,700 of revenue this financial year to date. It's below the 27.7%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$29,572 against $27,013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$196,094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$85,676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$196,094 this financial year to date, at a 43.7% gross margin (above the 37.3%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8.7 points over the 35.0% target ($17,043 ahead on $196,094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Feb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$280,300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$166,740</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$777,700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$215,768</a:t>
                      </a:r>
                    </a:p>
                  </a:txBody>
                  <a:tcPr>
                    <a:solidFill>
                      <a:srgbClr val="F7FAF7"/>
                    </a:solidFill>
                  </a:tcPr>
                </a:tc>
                <a:tc>
                  <a:txBody>
                    <a:bodyPr/>
                    <a:lstStyle/>
                    <a:p>
                      <a:pPr algn="r">
                        <a:defRPr>
                          <a:latin typeface="Roboto"/>
                        </a:defRPr>
                      </a:pPr>
                      <a:r>
                        <a:rPr sz="1050">
                          <a:solidFill>
                            <a:srgbClr val="25342A"/>
                          </a:solidFill>
                          <a:latin typeface="Roboto"/>
                        </a:rPr>
                        <a:t>27.7%</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$196,094</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$85,676</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$1,254,094</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$468,184</a:t>
                      </a:r>
                    </a:p>
                  </a:txBody>
                  <a:tcPr>
                    <a:solidFill>
                      <a:srgbClr val="F7FAF7"/>
                    </a:solidFill>
                  </a:tcPr>
                </a:tc>
                <a:tc>
                  <a:txBody>
                    <a:bodyPr/>
                    <a:lstStyle/>
                    <a:p>
                      <a:pPr algn="r">
                        <a:defRPr>
                          <a:latin typeface="Roboto"/>
                        </a:defRPr>
                      </a:pPr>
                      <a:r>
                        <a:rPr sz="1050" b="1">
                          <a:solidFill>
                            <a:srgbClr val="25342A"/>
                          </a:solidFill>
                          <a:latin typeface="Roboto"/>
                        </a:rPr>
                        <a:t>37.3%</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February's client work made $63,475 gross margin (63.4%). Consultant time not charged to client work took $5,270 and overheads $51,460, leaving $6,745 profit before tax (6.7% of revenue). To cover overheads, client work needs a 56.7%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February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$63,475</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$33,480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$5,270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$58,205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$51,460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$6,745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$100,055</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63.4%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6.7%</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56.7%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(9.9%)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$100,055 against $111,010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$624,375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$399,615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$624,375 this financial year to date (Jul to Feb 2026). Training makes the highest gross margin (74.8%); Projects the lowest (61.6%). The business needs 56.7%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61.6% gross margin, 21.6 points over the 40.0% target ($83,445 ahead on $386,975 this financial year to date). Training: 74.8% gross margin, 34.8 points over the 40.0% target ($20,520 ahead on $59,000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(25.4%)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$62,955 against $84,410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$386,975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$238,235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$386,975 this financial year to date, at a 61.6%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61.6% gross margin, 21.6 points over the 40.0% target ($83,445 ahead on $386,975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$178,400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$117,260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$178,400 this financial year to date, at a 65.7%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65.7% gross margin, 25.7 points over the 40.0% target ($45,900 ahead on $178,400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$8,800 against $11,600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$59,000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$44,120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$59,000 this financial year to date, at a 74.8%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74.8% gross margin, 34.8 points over the 40.0% target ($20,520 ahead on $59,000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Feb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$386,975</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$238,235</a:t>
                      </a:r>
                    </a:p>
                  </a:txBody>
                  <a:tcPr>
                    <a:solidFill>
                      <a:srgbClr val="FFFFFF"/>
                    </a:solidFill>
                  </a:tcPr>
                </a:tc>
                <a:tc>
                  <a:txBody>
                    <a:bodyPr/>
                    <a:lstStyle/>
                    <a:p>
                      <a:pPr algn="r">
                        <a:defRPr>
                          <a:latin typeface="Roboto"/>
                        </a:defRPr>
                      </a:pPr>
                      <a:r>
                        <a:rPr sz="1050">
                          <a:solidFill>
                            <a:srgbClr val="25342A"/>
                          </a:solidFill>
                          <a:latin typeface="Roboto"/>
                        </a:rPr>
                        <a:t>61.6%</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$178,400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$117,260</a:t>
                      </a:r>
                    </a:p>
                  </a:txBody>
                  <a:tcPr>
                    <a:solidFill>
                      <a:srgbClr val="F7FAF7"/>
                    </a:solidFill>
                  </a:tcPr>
                </a:tc>
                <a:tc>
                  <a:txBody>
                    <a:bodyPr/>
                    <a:lstStyle/>
                    <a:p>
                      <a:pPr algn="r">
                        <a:defRPr>
                          <a:latin typeface="Roboto"/>
                        </a:defRPr>
                      </a:pPr>
                      <a:r>
                        <a:rPr sz="1050">
                          <a:solidFill>
                            <a:srgbClr val="25342A"/>
                          </a:solidFill>
                          <a:latin typeface="Roboto"/>
                        </a:rPr>
                        <a:t>65.7%</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$59,000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$44,120</a:t>
                      </a:r>
                    </a:p>
                  </a:txBody>
                  <a:tcPr>
                    <a:solidFill>
                      <a:srgbClr val="FFFFFF"/>
                    </a:solidFill>
                  </a:tcPr>
                </a:tc>
                <a:tc>
                  <a:txBody>
                    <a:bodyPr/>
                    <a:lstStyle/>
                    <a:p>
                      <a:pPr algn="r">
                        <a:defRPr>
                          <a:latin typeface="Roboto"/>
                        </a:defRPr>
                      </a:pPr>
                      <a:r>
                        <a:rPr sz="1050">
                          <a:solidFill>
                            <a:srgbClr val="25342A"/>
                          </a:solidFill>
                          <a:latin typeface="Roboto"/>
                        </a:rPr>
                        <a:t>74.8%</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$624,375</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$399,615</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