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Digital literacy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87.7</c:v>
                </c:pt>
                <c:pt idx="1">
                  <c:v>90.3</c:v>
                </c:pt>
                <c:pt idx="2">
                  <c:v>91.0</c:v>
                </c:pt>
                <c:pt idx="3">
                  <c:v>91.5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2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#,##0;[Red](#,##0)</c:formatCode>
                <c:ptCount val="17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February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February: 396; Couldn't reach, February: 42; Share reached, February: 90.4%. 396 people were helped in February, and 42 came to a program but couldn't be helped: 90.4% reached (target 90.0%), against 86.1% in January. Digital literacy reached the smallest share: 87.7% (8 couldn't be helped). The main reason: program at capacity (19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February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90.4%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434827" y="2611587"/>
            <a:ext cx="0" cy="1995586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37547" y="4607173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1308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396 people were helped in February, and 42 came to a program but couldn't be helped: 90.4% reached (target 90.0%), against 86.1% in January.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131308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reached the smallest share: 87.7% (8 couldn't be helped). The main reason: program at capacity (19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