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Community meals (2025-26)</c:v>
                </c:pt>
                <c:pt idx="1">
                  <c:v>Digital literacy</c:v>
                </c:pt>
                <c:pt idx="2">
                  <c:v>Youth outreach</c:v>
                </c:pt>
                <c:pt idx="3">
                  <c:v>Housing support</c:v>
                </c:pt>
              </c:strCache>
            </c:strRef>
          </c:cat>
          <c:val>
            <c:numRef>
              <c:f>Sheet1!$B$2:$B$5</c:f>
              <c:numCache>
                <c:formatCode>$#,##0;[Red]($#,##0);"-"</c:formatCode>
                <c:ptCount val="4"/>
                <c:pt idx="0">
                  <c:v>6024</c:v>
                </c:pt>
                <c:pt idx="1">
                  <c:v>10510</c:v>
                </c:pt>
                <c:pt idx="2">
                  <c:v>40311</c:v>
                </c:pt>
                <c:pt idx="3">
                  <c:v>51514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Community meals (2025-26)</c:v>
                </c:pt>
                <c:pt idx="1">
                  <c:v>Digital literacy</c:v>
                </c:pt>
                <c:pt idx="2">
                  <c:v>Youth outreach</c:v>
                </c:pt>
                <c:pt idx="3">
                  <c:v>Housing support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5.6</c:v>
                </c:pt>
                <c:pt idx="1">
                  <c:v>9.7</c:v>
                </c:pt>
                <c:pt idx="2">
                  <c:v>37.2</c:v>
                </c:pt>
                <c:pt idx="3">
                  <c:v>47.5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Full cost of each program, February 2026 · $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Full cost of each program, February 2026 · % of total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All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Housing support is the biggest program: $51,514 in February once its share of untied program costs and administration is added to $26,508 of grant spending. Shared costs add 94.3% on top of grant spending across all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Housing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Housing support cost $51,514 in full in February: $26,508 paid by the State Housing Program grant, and $25,006 of shared costs no grant covers. It has spent 95.0% of its budget to date, with $302,990 left and 10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$51,514 a month; $25,006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Youth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Youth outreach cost $40,311 in full in February: $20,743 paid by the State Department of Families grant, and $19,568 of shared costs no grant covers. It has spent 100.1% of its budget to date, with $319,780 left and 16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$40,311 a month; $19,568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Digital literacy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Digital literacy cost $10,510 in full in February: $5,408 paid by the Philanthropic foundation grant, and $5,102 of shared costs no grant covers. It has spent 99.2% of its budget to date, with $65,200 left and 13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$10,510 a month; $5,102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Community meals (2025-26)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Community meals (2025-26) cost $6,024 in full in February: $3,100 paid by the Local council community grant grant, and $2,924 of shared costs no grant covers. It has spent 94.8% of its budget to date, with $16,200 left and 4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$6,024 a month; $2,924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 spending, by month · Spend $ · Every program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 only (the program's direct cost). All programs includes grants that have finished.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