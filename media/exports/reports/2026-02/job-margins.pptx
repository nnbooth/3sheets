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38.6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Salisbury gym air-con install</c:v>
                </c:pt>
                <c:pt idx="1">
                  <c:v>Kedron shop switchboard upgrade</c:v>
                </c:pt>
                <c:pt idx="2">
                  <c:v>Taringa clinic LED lighting</c:v>
                </c:pt>
                <c:pt idx="3">
                  <c:v>Taringa warehouse EV chargers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31.2</c:v>
                </c:pt>
                <c:pt idx="1">
                  <c:v>32.2</c:v>
                </c:pt>
                <c:pt idx="2">
                  <c:v>40.1</c:v>
                </c:pt>
                <c:pt idx="3">
                  <c:v>46.8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81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(6)</c:v>
                </c:pt>
                <c:pt idx="2">
                  <c:v>2-hour call-outs (15)</c:v>
                </c:pt>
                <c:pt idx="3">
                  <c:v>2.5-hour call-outs (4)</c:v>
                </c:pt>
                <c:pt idx="4">
                  <c:v>3-hour call-outs (18)</c:v>
                </c:pt>
                <c:pt idx="5">
                  <c:v>4-hour call-outs (8)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40.5</c:v>
                </c:pt>
                <c:pt idx="1">
                  <c:v>42.1</c:v>
                </c:pt>
                <c:pt idx="2">
                  <c:v>45.4</c:v>
                </c:pt>
                <c:pt idx="3">
                  <c:v>48.8</c:v>
                </c:pt>
                <c:pt idx="4">
                  <c:v>50.6</c:v>
                </c:pt>
                <c:pt idx="5">
                  <c:v>52.7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60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February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February · All jobs: 44.9%; Job gross margin, January · All jobs: 41.9%; Gross margin jobs need to break even: 33.0%. In February maintenance contracts made a 63.9% job gross margin, installations made a 38.6% job gross margin, call-outs and repairs made a 48.3% job gross margin (technician time at $68 an hour, wages and all on-costs). Jobs need 33.0% just to cover overheads. Installations: 38.6% gross margin, 3.6 points over the 35.0% target ($5,224 ahead on $144,800 in February). Maintenance contracts: 63.9% gross margin, 28.9 points over the 35.0% target ($12,142 ahead on $42,000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February · Maintenance contracts: 63.9%; Job gross margin, January · Maintenance contracts: 63.8%; Gross margin jobs need to break even: 33.0%.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February). All maintenance contracts: 63.9% gross margin, 28.9 points over the 35.0% target ($12,142 ahead on $42,000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February 2026. The month's fee less materials and technician time at $68/hour. Target 35.0% is what to price for; break-even 33.0%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February · Installations: 38.6%; Job gross margin, January · Installations: 32.0%; Gross margin jobs need to break even: 33.0%. 2 of the 4 installation jobs invoiced in February made less than the 35.0% job gross margin target. The Salisbury gym air-con install made a 31.2% job gross margin: 71.5 h of technician time ($4,862) and $1,300 of subcontractors on a $20,300 job. Jobs need 33.0% gross margin just to cover overheads. 2 installations under the 35.0% target, worth about $1,893 between them on $60,700 of revenue. The biggest gap, Kedron shop switchboard upgrade: 32.2% gross margin, 2.8 points under the 35.0% target: about $1,126 on $40,400 of revenue in February. It's below the 33.0%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February · Call-outs and repairs: 48.3%; Job gross margin, January · Call-outs and repairs: 47.6%; Gross margin jobs need to break even: 33.0%; Technician time charged, February: $22,982; Materials charged, February: $9,126. 57 call-outs in February billed $22,982 of technician time and $9,126 of materials ($7,020 at cost plus 30%), and made a 48.3% job gross margin between them. Gross margins run from 40.5% to 52.7% by length: the hourly rate covers technician time comfortably, so the gross margin mostly moves with how much material goes on the van. All call-outs: 48.3% gross margin, 13.3 points over the 35.0% target ($4,262 ahead on $32,108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$98,246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$218,908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February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7768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8040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February maintenance contracts made a 63.9% job gross margin, installations made a 38.6% job gross margin, call-outs and repairs made a 48.3% job gross margin (technician time at $68 an hour, wages and all on-costs). Jobs need 33.0%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38.6% gross margin, 3.6 points over the 35.0% target ($5,224 ahead on $144,800 in February). Maintenance contracts: 63.9% gross margin, 28.9 points over the 35.0% target ($12,142 ahead on $42,000 in February).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February). All maintenance contracts: 63.9% gross margin, 28.9 points over the 35.0% target ($12,142 ahead on $42,000 in February).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33.0%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756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783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32.0%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09399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9671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5093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5365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4 installation jobs invoiced in February made less than the 35.0% job gross margin target. The Salisbury gym air-con install made a 31.2% job gross margin: 71.5 h of technician time ($4,862) and $1,300 of subcontractors on a $20,300 job. Jobs need 33.0%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$1,893 between them on $60,700 of revenue. The biggest gap, Kedron shop switchboard upgrade: 32.2% gross margin, 2.8 points under the 35.0% target: about $1,126 on $40,400 of revenue in February. It's below the 33.0%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February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$22,982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February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$9,126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$7,020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1778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2050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0193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0465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February billed $22,982 of technician time and $9,126 of materials ($7,020 at cost plus 30%), and made a 48.3% job gross margin between them. Gross margins run from 40.5% to 52.7%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($4,262 ahead on $32,108 in February).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