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31.2</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40404</c:v>
                </c:pt>
                <c:pt idx="1">
                  <c:v>12964</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0.0"%";[Red](0.0"%")</c:formatCode>
                <c:ptCount val="4"/>
                <c:pt idx="0">
                  <c:v>22.9</c:v>
                </c:pt>
                <c:pt idx="1">
                  <c:v>24.1</c:v>
                </c:pt>
                <c:pt idx="2">
                  <c:v>32.9</c:v>
                </c:pt>
                <c:pt idx="3">
                  <c:v>40.5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$#,##0;[Red]($#,##0);"-"</c:formatCode>
                <c:ptCount val="4"/>
                <c:pt idx="0">
                  <c:v>4138</c:v>
                </c:pt>
                <c:pt idx="1">
                  <c:v>8714</c:v>
                </c:pt>
                <c:pt idx="2">
                  <c:v>12260</c:v>
                </c:pt>
                <c:pt idx="3">
                  <c:v>15292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0.0"%";[Red](0.0"%")</c:formatCode>
                <c:ptCount val="6"/>
                <c:pt idx="0">
                  <c:v>37.0</c:v>
                </c:pt>
                <c:pt idx="1">
                  <c:v>38.4</c:v>
                </c:pt>
                <c:pt idx="2">
                  <c:v>41.3</c:v>
                </c:pt>
                <c:pt idx="3">
                  <c:v>44.3</c:v>
                </c:pt>
                <c:pt idx="4">
                  <c:v>45.9</c:v>
                </c:pt>
                <c:pt idx="5">
                  <c:v>47.8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$#,##0;[Red]($#,##0);"-"</c:formatCode>
                <c:ptCount val="6"/>
                <c:pt idx="0">
                  <c:v>693</c:v>
                </c:pt>
                <c:pt idx="1">
                  <c:v>982</c:v>
                </c:pt>
                <c:pt idx="2">
                  <c:v>2964</c:v>
                </c:pt>
                <c:pt idx="3">
                  <c:v>908</c:v>
                </c:pt>
                <c:pt idx="4">
                  <c:v>4725</c:v>
                </c:pt>
                <c:pt idx="5">
                  <c:v>2692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February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January 2026: Locked. January 2026 is locked (closed 3 Feb 2026). These numbers won't change.</a:t>
            </a:r>
          </a:p>
          <a:p>
            <a:r>
              <a:rPr sz="1100" b="0">
                <a:solidFill>
                  <a:srgbClr val="5F6F63"/>
                </a:solidFill>
                <a:latin typeface="Arial"/>
              </a:rPr>
              <a:t>February 2026: Locked. February 2026 is locked (closed 3 Mar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February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$75,710</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$59,432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($4,832)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$80,542</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$59,320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$21,222</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$196,372</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38.6%</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10.8%</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38.6%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35.3%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February maintenance contracts made a 59.6% job gross margin, installations made a 31.2% job gross margin, call-outs and repairs made a 43.8% job gross margin (technician time at $68 an hour, wages and all on-costs). Jobs need 27.7%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Every type of job clears it; installations only just.</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30.5 points clear of the 27.7%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31.2%</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23.9%</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4 installation jobs invoiced in February made less than the 35.0% job gross margin target. The Salisbury gym air-con install made a 22.9% job gross margin: 71.5 h of technician time ($4,862) and $1,300 of subcontractors on a $18,100 job. Jobs need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27.7% overheads need: Kedron shop switchboard upgrade (24.1%), Salisbury gym air-con install (22.9%). Most profitable: Taringa warehouse EV chargers (40.5%).</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February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January 43.3%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February made a 43.8% job gross margin between them. Gross margins run from 37.0% to 47.8%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43.8% gross margin, 16.1 points clear of the 27.7%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