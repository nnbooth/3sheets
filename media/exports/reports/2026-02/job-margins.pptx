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31.2</c:v>
                </c:pt>
                <c:pt idx="1">
                  <c:v>43.8</c:v>
                </c:pt>
                <c:pt idx="2">
                  <c:v>59.6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53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cat>
            <c:strRef>
              <c:f>Sheet1!$A$2:$A$14</c:f>
              <c:strCache>
                <c:ptCount val="13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Fortitude Valley hotel</c:v>
                </c:pt>
                <c:pt idx="7">
                  <c:v>Riverside Apartments (strata)</c:v>
                </c:pt>
                <c:pt idx="8">
                  <c:v>Newstead gym</c:v>
                </c:pt>
                <c:pt idx="9">
                  <c:v>Southbank cafe group</c:v>
                </c:pt>
                <c:pt idx="10">
                  <c:v>Ashgrove aged care</c:v>
                </c:pt>
                <c:pt idx="11">
                  <c:v>Wynnum medical centre</c:v>
                </c:pt>
                <c:pt idx="12">
                  <c:v>Carindale vet clinic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59.4</c:v>
                </c:pt>
                <c:pt idx="6">
                  <c:v>59.9</c:v>
                </c:pt>
                <c:pt idx="7">
                  <c:v>59.9</c:v>
                </c:pt>
                <c:pt idx="8">
                  <c:v>59.9</c:v>
                </c:pt>
                <c:pt idx="9">
                  <c:v>60.0</c:v>
                </c:pt>
                <c:pt idx="10">
                  <c:v>60.0</c:v>
                </c:pt>
                <c:pt idx="11">
                  <c:v>61.1</c:v>
                </c:pt>
                <c:pt idx="12">
                  <c:v>62.2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5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Salisbury gym air-con install</c:v>
                </c:pt>
                <c:pt idx="1">
                  <c:v>Kedron shop switchboard upgrade</c:v>
                </c:pt>
                <c:pt idx="2">
                  <c:v>Taringa clinic LED lighting</c:v>
                </c:pt>
                <c:pt idx="3">
                  <c:v>Taringa warehouse EV chargers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22.9</c:v>
                </c:pt>
                <c:pt idx="1">
                  <c:v>24.1</c:v>
                </c:pt>
                <c:pt idx="2">
                  <c:v>32.9</c:v>
                </c:pt>
                <c:pt idx="3">
                  <c:v>40.5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.574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(6)</c:v>
                </c:pt>
                <c:pt idx="2">
                  <c:v>2-hour call-outs (15)</c:v>
                </c:pt>
                <c:pt idx="3">
                  <c:v>2.5-hour call-outs (4)</c:v>
                </c:pt>
                <c:pt idx="4">
                  <c:v>3-hour call-outs (18)</c:v>
                </c:pt>
                <c:pt idx="5">
                  <c:v>4-hour call-outs (8)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37.0</c:v>
                </c:pt>
                <c:pt idx="1">
                  <c:v>38.4</c:v>
                </c:pt>
                <c:pt idx="2">
                  <c:v>41.3</c:v>
                </c:pt>
                <c:pt idx="3">
                  <c:v>44.3</c:v>
                </c:pt>
                <c:pt idx="4">
                  <c:v>45.9</c:v>
                </c:pt>
                <c:pt idx="5">
                  <c:v>47.8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9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  <c:pt idx="13">
                  <c:v>33.7</c:v>
                </c:pt>
                <c:pt idx="14">
                  <c:v>37.4</c:v>
                </c:pt>
                <c:pt idx="15">
                  <c:v>35.3</c:v>
                </c:pt>
                <c:pt idx="16">
                  <c:v>38.6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February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February's jobs made $75,710 gross margin (38.6%). Technician time not charged to jobs took ($4,832) and overheads $59,320, leaving $21,222 profit before tax (10.8% of revenue). To cover overheads, jobs need a 27.7%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February · All jobs: 38.6%; Job gross margin, January · All jobs: 35.3%; Gross margin jobs need to break even: 27.7%. In February maintenance contracts made a 59.6% job gross margin, installations made a 31.2% job gross margin, call-outs and repairs made a 43.8% job gross margin (technician time at $68 an hour, wages and all on-costs). Jobs need 27.7% just to cover overheads. Installations: 31.2% gross margin, 3.8 points under the 35.0% target: about $4,851 on $129,300 of revenue in February. Maintenance contracts: 59.6% gross margin, 24.6 points over the 35.0% target ($9,217 ahead on $37,500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February · Maintenance contracts: 59.6%; Job gross margin, January · Maintenance contracts: 59.5%; Gross margin jobs need to break even: 27.7%. All 13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February). All maintenance contracts: 59.6% gross margin, 24.6 points over the 35.0% target ($9,217 ahead on $37,500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February 2026. The month's fee less materials and technician time at $68/hour. Target 35.0% is what to price for; break-even 27.7%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February · Installations: 31.2%; Job gross margin, January · Installations: 23.9%; Gross margin jobs need to break even: 27.7%. 3 of the 4 installation jobs invoiced in February made less than the 35.0% job gross margin target. The Salisbury gym air-con install made a 22.9% job gross margin: 71.5 h of technician time ($4,862) and $1,300 of subcontractors on a $18,100 job. Jobs need 27.7% gross margin just to cover overheads. 3 installations under the 35.0% target, worth about $6,913 between them on $91,500 of revenue. The biggest gap, Kedron shop switchboard upgrade: 24.1% gross margin, 10.9 points under the 35.0% target: about $3,921 on $36,100 of revenue in February. It's below the 27.7%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February · Call-outs and repairs: 43.8%; Job gross margin, January · Call-outs and repairs: 43.3%; Gross margin jobs need to break even: 27.7%; Technician time charged, February: $20,446; Materials charged, February: $9,126. 57 call-outs in February billed $20,446 of technician time and $9,126 of materials ($7,020 at cost plus 30%), and made a 43.8% job gross margin between them. Gross margins run from 37.0% to 47.8% by length: the hourly rate covers technician time comfortably, so the gross margin mostly moves with how much material goes on the van. All call-outs: 43.8% gross margin, 8.8 points over the 35.0% target ($2,614 ahead on $29,572 in February).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February's jobs made $75,710 gross margin (38.6%). Technician time not charged to jobs took ($4,832) and overheads $59,320, leaving $21,222 profit before tax (10.8% of revenue). To cover overheads, jobs need a 27.7%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$75,710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($4,832)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$59,320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$196,372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February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046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318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823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386543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27.7%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February maintenance contracts made a 59.6% job gross margin, installations made a 31.2% job gross margin, call-outs and repairs made a 43.8% job gross margin (technician time at $68 an hour, wages and all on-costs). Jobs need 27.7%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31.2% gross margin, 3.8 points under the 35.0% target: about $4,851 on $129,300 of revenue in February. Maintenance contracts: 59.6% gross margin, 24.6 points over the 35.0% target ($9,217 ahead on $37,500 in February).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13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February). All maintenance contracts: 59.6% gross margin, 24.6 points over the 35.0% target ($9,217 ahead on $37,500 in February).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27.7%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40851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571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7332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27604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27.7%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31.2%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23.9%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75566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5838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30480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33200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27.7%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4 installation jobs invoiced in February made less than the 35.0% job gross margin target. The Salisbury gym air-con install made a 22.9% job gross margin: 71.5 h of technician time ($4,862) and $1,300 of subcontractors on a $18,100 job. Jobs need 27.7%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$6,913 between them on $91,500 of revenue. The biggest gap, Kedron shop switchboard upgrade: 24.1% gross margin, 10.9 points under the 35.0% target: about $3,921 on $36,100 of revenue in February. It's below the 27.7%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February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(February)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February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$20,446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69.1%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February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$9,126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$7,020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8005007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07727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6386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39106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27.7%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February billed $20,446 of technician time and $9,126 of materials ($7,020 at cost plus 30%), and made a 43.8% job gross margin between them. Gross margins run from 37.0% to 47.8%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43.8% gross margin, 8.8 points over the 35.0% target ($2,614 ahead on $29,572 in February).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