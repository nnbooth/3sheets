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Mental health first aid</c:v>
                </c:pt>
                <c:pt idx="2">
                  <c:v>Housing support</c:v>
                </c:pt>
                <c:pt idx="3">
                  <c:v>Digital literacy</c:v>
                </c:pt>
                <c:pt idx="4">
                  <c:v>Community meals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98.5</c:v>
                </c:pt>
                <c:pt idx="1">
                  <c:v>101.0</c:v>
                </c:pt>
                <c:pt idx="2">
                  <c:v>110.0</c:v>
                </c:pt>
                <c:pt idx="3">
                  <c:v>129.5</c:v>
                </c:pt>
                <c:pt idx="4">
                  <c:v>130.5</c:v>
                </c:pt>
                <c:pt idx="5">
                  <c:v>130.5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#,##0;[Red](#,##0)</c:formatCode>
                <c:ptCount val="17"/>
                <c:pt idx="0">
                  <c:v>317.5</c:v>
                </c:pt>
                <c:pt idx="1">
                  <c:v>392.0</c:v>
                </c:pt>
                <c:pt idx="2">
                  <c:v>363.5</c:v>
                </c:pt>
                <c:pt idx="3">
                  <c:v>399.0</c:v>
                </c:pt>
                <c:pt idx="4">
                  <c:v>422.0</c:v>
                </c:pt>
                <c:pt idx="5">
                  <c:v>451.5</c:v>
                </c:pt>
                <c:pt idx="6">
                  <c:v>445.0</c:v>
                </c:pt>
                <c:pt idx="7">
                  <c:v>513.0</c:v>
                </c:pt>
                <c:pt idx="8">
                  <c:v>529.0</c:v>
                </c:pt>
                <c:pt idx="9">
                  <c:v>586.0</c:v>
                </c:pt>
                <c:pt idx="10">
                  <c:v>560.5</c:v>
                </c:pt>
                <c:pt idx="11">
                  <c:v>625.5</c:v>
                </c:pt>
                <c:pt idx="12">
                  <c:v>669.5</c:v>
                </c:pt>
                <c:pt idx="13">
                  <c:v>626.5</c:v>
                </c:pt>
                <c:pt idx="14">
                  <c:v>683.0</c:v>
                </c:pt>
                <c:pt idx="15">
                  <c:v>711.5</c:v>
                </c:pt>
                <c:pt idx="16">
                  <c:v>700.0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February 2026.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February: 700.0 h; Volunteers who did a shift, February: 49; Hours per volunteer, February: 14.3 h; February last year: 422.0 h. 49 volunteers gave 700.0 h in February, against 711.5 h in January. Community meals drew the most (130.5 h, 18.6%). Volunteer coordinator had the fewest volunteer hours (98.5 h). Hours are up 65.9% on February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700.0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711.5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February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422.0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31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 volunteers gave 700.0 h in February, against 711.5 h in January. Community meals drew the most (130.5 h, 18.6%).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(98.5 h). Hours are up 65.9% on February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