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February against February last year: (9.9%); Year to date (Jul to Feb 2026): $624,375; Gross margin, year to date: 64.0%. Revenue is $624,375 this financial year to date (Jul to Feb 2026). Training makes the highest gross margin (74.8%); Projects the lowest (61.6%). The business needs 56.7% gross margin just to cover overheads. Projects: 61.6% gross margin, 21.6 points over the 40.0% target ($83,445 ahead on $386,975 this financial year to date). Training: 74.8% gross margin, 34.8 points over the 40.0% target ($20,520 ahead on $59,000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February against February last year: (25.4%); Year to date (Jul to Feb 2026): $386,975; Gross margin, year to date: 61.6%. Projects brought in $386,975 this financial year to date, at a 61.6% gross margin (below the 64.0% overall). Projects: 61.6% gross margin, 21.6 points over the 40.0% target ($83,445 ahead on $386,975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February against February last year: 88.7%; Year to date (Jul to Feb 2026): $178,400; Gross margin, year to date: 65.7%. Retainers brought in $178,400 this financial year to date, at a 65.7% gross margin (above the 64.0% overall). Retainers: 65.7% gross margin, 25.7 points over the 40.0% target ($45,900 ahead on $178,400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February against February last year: (24.1%); Year to date (Jul to Feb 2026): $59,000; Gross margin, year to date: 74.8%. Training brought in $59,000 this financial year to date, at a 74.8% gross margin (above the 64.0% overall). Training: 74.8% gross margin, 34.8 points over the 40.0% target ($20,520 ahead on $59,000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Feb 2026) against the same period last year · Services. Same period last year: Not available: the data starts October 2024. From gross margin to profit: February's client work made $63,475 gross margin (63.4%). Consultant time not charged to client work took $5,270 and overheads $51,460, leaving $6,745 profit before tax (6.7% of revenue). To cover overheads, client work needs a 56.7%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(9.9%)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$100,055 against $111,010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$624,375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$399,615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$624,375 this financial year to date (Jul to Feb 2026). Training makes the highest gross margin (74.8%); Projects the lowest (61.6%). The business needs 56.7%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61.6% gross margin, 21.6 points over the 40.0% target ($83,445 ahead on $386,975 this financial year to date). Training: 74.8% gross margin, 34.8 points over the 40.0% target ($20,520 ahead on $59,000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(25.4%)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$62,955 against $84,410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$386,975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$238,235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$386,975 this financial year to date, at a 61.6% gross margin (below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61.6% gross margin, 21.6 points over the 40.0% target ($83,445 ahead on $386,975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$28,300 against $15,000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$178,400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$117,260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$178,400 this financial year to date, at a 65.7%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65.7% gross margin, 25.7 points over the 40.0% target ($45,900 ahead on $178,400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(24.1%)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$8,800 against $11,600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$44,120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$59,000 this financial year to date, at a 74.8%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74.8% gross margin, 34.8 points over the 40.0% target ($20,520 ahead on $59,000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Feb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February's client work made $63,475 gross margin (63.4%). Consultant time not charged to client work took $5,270 and overheads $51,460, leaving $6,745 profit before tax (6.7% of revenue). To cover overheads, client work needs a 56.7%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$386,975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$238,235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$178,400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$117,260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$624,375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$399,615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64.0%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