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0.0"%";[Red](0.0"%")</c:formatCode>
                <c:ptCount val="17"/>
                <c:pt idx="0">
                  <c:v>1.5</c:v>
                </c:pt>
                <c:pt idx="1">
                  <c:v>1.3</c:v>
                </c:pt>
                <c:pt idx="2">
                  <c:v>1.9</c:v>
                </c:pt>
                <c:pt idx="3">
                  <c:v>2.3</c:v>
                </c:pt>
                <c:pt idx="4">
                  <c:v>2.8</c:v>
                </c:pt>
                <c:pt idx="5">
                  <c:v>2.4</c:v>
                </c:pt>
                <c:pt idx="6">
                  <c:v>3.6</c:v>
                </c:pt>
                <c:pt idx="7">
                  <c:v>2.6</c:v>
                </c:pt>
                <c:pt idx="8">
                  <c:v>2.8</c:v>
                </c:pt>
                <c:pt idx="9">
                  <c:v>2.4</c:v>
                </c:pt>
                <c:pt idx="10">
                  <c:v>4.6</c:v>
                </c:pt>
                <c:pt idx="11">
                  <c:v>3.0</c:v>
                </c:pt>
                <c:pt idx="12">
                  <c:v>4.0</c:v>
                </c:pt>
                <c:pt idx="13">
                  <c:v>3.9</c:v>
                </c:pt>
                <c:pt idx="14">
                  <c:v>3.5</c:v>
                </c:pt>
                <c:pt idx="15">
                  <c:v>3.8</c:v>
                </c:pt>
                <c:pt idx="16">
                  <c:v>5.8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8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Short-staffed</c:v>
                </c:pt>
                <c:pt idx="2">
                  <c:v>Installation ran over</c:v>
                </c:pt>
                <c:pt idx="3">
                  <c:v>After-hours call-out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4.0</c:v>
                </c:pt>
                <c:pt idx="1">
                  <c:v>7.0</c:v>
                </c:pt>
                <c:pt idx="2">
                  <c:v>22.0</c:v>
                </c:pt>
                <c:pt idx="3">
                  <c:v>26.0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9.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T3</c:v>
                </c:pt>
                <c:pt idx="1">
                  <c:v>Technician T2</c:v>
                </c:pt>
                <c:pt idx="2">
                  <c:v>Technician T7</c:v>
                </c:pt>
                <c:pt idx="3">
                  <c:v>Technician T1</c:v>
                </c:pt>
                <c:pt idx="4">
                  <c:v>Technician T5</c:v>
                </c:pt>
                <c:pt idx="5">
                  <c:v>Technician T4</c:v>
                </c:pt>
                <c:pt idx="6">
                  <c:v>Technician T6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2.0</c:v>
                </c:pt>
                <c:pt idx="1">
                  <c:v>4.0</c:v>
                </c:pt>
                <c:pt idx="2">
                  <c:v>6.5</c:v>
                </c:pt>
                <c:pt idx="3">
                  <c:v>7.0</c:v>
                </c:pt>
                <c:pt idx="4">
                  <c:v>9.5</c:v>
                </c:pt>
                <c:pt idx="5">
                  <c:v>11.5</c:v>
                </c:pt>
                <c:pt idx="6">
                  <c:v>18.5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.27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February 2026.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February: 5.8%; Overtime hours, February: 59.0 h; February last year: 2.8%. Technicians worked 59.0 h of overtime in February, 5.8% of ordinary hours (target under 5.0%), against 3.8% in January. Over the last year it has gone from 2.8% to 5.8%. After-hours call-out is the main reason: 26.0 h, 44.1% of the overtime. Technician T6 carried the most (18.5 h). Above target by 8.5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February 2026.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February 2026.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February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5.8%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February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59.0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39.5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28.0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59.0 h of overtime in February, 5.8% of ordinary hours (target under 5.0%), against 3.8% in January. Over the last year it has gone from 2.8% to 5.8%.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After-hours call-out is the main reason: 26.0 h, 44.1% of the overtime. Technician T6 carried the most (18.5 h). Above target by 8.5 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February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February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