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95.3</c:v>
                </c:pt>
                <c:pt idx="1">
                  <c:v>95.4</c:v>
                </c:pt>
                <c:pt idx="2">
                  <c:v>99.3</c:v>
                </c:pt>
                <c:pt idx="3">
                  <c:v>100.0</c:v>
                </c:pt>
                <c:pt idx="4">
                  <c:v>100.0</c:v>
                </c:pt>
                <c:pt idx="5">
                  <c:v>102.1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57200</c:v>
                </c:pt>
                <c:pt idx="1">
                  <c:v>257700</c:v>
                </c:pt>
                <c:pt idx="2">
                  <c:v>59600</c:v>
                </c:pt>
                <c:pt idx="3">
                  <c:v>12000</c:v>
                </c:pt>
                <c:pt idx="4">
                  <c:v>21000</c:v>
                </c:pt>
                <c:pt idx="5">
                  <c:v>306300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▲ from 13¢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▼ from 2.2 months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Grants ending in 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 · $117,300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still to spend before they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spent to 30 September 2026 against budget to the same date · % of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Whole grant from its start date. Budget to date = the grant spread evenly over its months.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100.0%  ·  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spent to 30 September 2026 against budget to the same date · $ spent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Whole grant from its start date. Budget to date = the grant spread evenly over its months.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raise a dollar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Fundraising costs ÷ money raised (grants, donations, events), in cents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raised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dollar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Unrestricted cash runway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(Cash at bank − unspent grant money) ÷ this month's cash spending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unspent grant money (belongs to funders' programs)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($156,100)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$324,680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$303,775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spending in the month (expenses less depreciation)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2.0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Grants ending in the next 6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total − spent to date, for each grant ending soon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(ends 31 Dec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(ends 28 Feb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still to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$117,300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176,180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(57,750)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(55,275)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(19,250)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(18,425)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delivery wages (untied)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costs (untied)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program spend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(29,400)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Administration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administration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(36,300)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(144,100)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Surplus for the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(23,750)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receivable (spent ahead of instalment)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533,080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566,175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(33,095)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705,280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741,275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Payables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46,525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18,725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received in advance (unspent)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(65,800)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387,950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(46,375)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Accumulated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instalments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and fundraising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(96,950)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(93,775)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(3,175)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Funder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Start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Received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Aug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Sep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Spend vs budget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2026-01-01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2026-12-31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2025-10-01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2026-03-01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2027-02-28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community services charity funded by six grants, donations, events and program fees. About 18 staff. Registered charity, income-tax exempt.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Families: $480,000, 2025-07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Program: $360,000, 2026-01 to 2026-12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grant: $48,000, 2026-07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foundation: $90,000, 2025-10 to 2027-03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program: $120,000, 2026-04 to 2027-03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grant: $36,000, 2026-03 to 2027-02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recognised as the money is spent on the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Unspent 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instalments received but not yet spent are a liability (grants received in advance)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including the spring appeal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gala: income and costs in the same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75% wages, the rest program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registered charity, income-tax exempt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 less unspent grant money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runway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 ÷ this month's cash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Reserves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 months of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